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hm Adinun Sena" userId="9d0147db606cb9c5" providerId="LiveId" clId="{48D7AE4E-9D51-420D-9A26-E1D2571FA4E7}"/>
    <pc:docChg chg="undo redo custSel addSld delSld modSld sldOrd">
      <pc:chgData name="Ohm Adinun Sena" userId="9d0147db606cb9c5" providerId="LiveId" clId="{48D7AE4E-9D51-420D-9A26-E1D2571FA4E7}" dt="2026-01-29T07:55:34.528" v="2284" actId="20577"/>
      <pc:docMkLst>
        <pc:docMk/>
      </pc:docMkLst>
      <pc:sldChg chg="modSp mod">
        <pc:chgData name="Ohm Adinun Sena" userId="9d0147db606cb9c5" providerId="LiveId" clId="{48D7AE4E-9D51-420D-9A26-E1D2571FA4E7}" dt="2026-01-27T10:51:39.826" v="503" actId="1076"/>
        <pc:sldMkLst>
          <pc:docMk/>
          <pc:sldMk cId="2698781026" sldId="256"/>
        </pc:sldMkLst>
        <pc:spChg chg="mod">
          <ac:chgData name="Ohm Adinun Sena" userId="9d0147db606cb9c5" providerId="LiveId" clId="{48D7AE4E-9D51-420D-9A26-E1D2571FA4E7}" dt="2026-01-27T10:51:39.826" v="503" actId="1076"/>
          <ac:spMkLst>
            <pc:docMk/>
            <pc:sldMk cId="2698781026" sldId="256"/>
            <ac:spMk id="9" creationId="{DDB1C056-A666-3349-82F4-943981A5D4C8}"/>
          </ac:spMkLst>
        </pc:spChg>
        <pc:spChg chg="mod">
          <ac:chgData name="Ohm Adinun Sena" userId="9d0147db606cb9c5" providerId="LiveId" clId="{48D7AE4E-9D51-420D-9A26-E1D2571FA4E7}" dt="2026-01-27T08:28:03.481" v="7" actId="14100"/>
          <ac:spMkLst>
            <pc:docMk/>
            <pc:sldMk cId="2698781026" sldId="256"/>
            <ac:spMk id="10" creationId="{49F55C5C-E0E2-06F2-714E-23C0D71D67E5}"/>
          </ac:spMkLst>
        </pc:spChg>
      </pc:sldChg>
      <pc:sldChg chg="addSp modSp new mod ord">
        <pc:chgData name="Ohm Adinun Sena" userId="9d0147db606cb9c5" providerId="LiveId" clId="{48D7AE4E-9D51-420D-9A26-E1D2571FA4E7}" dt="2026-01-28T01:47:33.572" v="708" actId="14100"/>
        <pc:sldMkLst>
          <pc:docMk/>
          <pc:sldMk cId="815208478" sldId="257"/>
        </pc:sldMkLst>
        <pc:spChg chg="add mod">
          <ac:chgData name="Ohm Adinun Sena" userId="9d0147db606cb9c5" providerId="LiveId" clId="{48D7AE4E-9D51-420D-9A26-E1D2571FA4E7}" dt="2026-01-28T01:46:27.814" v="556" actId="1076"/>
          <ac:spMkLst>
            <pc:docMk/>
            <pc:sldMk cId="815208478" sldId="257"/>
            <ac:spMk id="5" creationId="{41D6A2D6-D747-7263-6847-9C32AB353D26}"/>
          </ac:spMkLst>
        </pc:spChg>
        <pc:spChg chg="add mod">
          <ac:chgData name="Ohm Adinun Sena" userId="9d0147db606cb9c5" providerId="LiveId" clId="{48D7AE4E-9D51-420D-9A26-E1D2571FA4E7}" dt="2026-01-27T08:58:17.603" v="299" actId="20577"/>
          <ac:spMkLst>
            <pc:docMk/>
            <pc:sldMk cId="815208478" sldId="257"/>
            <ac:spMk id="6" creationId="{1DEDEB76-0F7E-4F01-D673-C4B0AB2D5BB3}"/>
          </ac:spMkLst>
        </pc:spChg>
        <pc:spChg chg="add mod">
          <ac:chgData name="Ohm Adinun Sena" userId="9d0147db606cb9c5" providerId="LiveId" clId="{48D7AE4E-9D51-420D-9A26-E1D2571FA4E7}" dt="2026-01-28T01:47:33.572" v="708" actId="14100"/>
          <ac:spMkLst>
            <pc:docMk/>
            <pc:sldMk cId="815208478" sldId="257"/>
            <ac:spMk id="9" creationId="{223AA212-968E-3021-1DD7-453CA348F7CB}"/>
          </ac:spMkLst>
        </pc:spChg>
        <pc:picChg chg="add mod">
          <ac:chgData name="Ohm Adinun Sena" userId="9d0147db606cb9c5" providerId="LiveId" clId="{48D7AE4E-9D51-420D-9A26-E1D2571FA4E7}" dt="2026-01-27T08:27:51.900" v="3" actId="1076"/>
          <ac:picMkLst>
            <pc:docMk/>
            <pc:sldMk cId="815208478" sldId="257"/>
            <ac:picMk id="4" creationId="{20BC71EB-8CE0-52F6-5AFB-2CD508DCE5F0}"/>
          </ac:picMkLst>
        </pc:picChg>
        <pc:picChg chg="add mod">
          <ac:chgData name="Ohm Adinun Sena" userId="9d0147db606cb9c5" providerId="LiveId" clId="{48D7AE4E-9D51-420D-9A26-E1D2571FA4E7}" dt="2026-01-27T08:58:20.320" v="300" actId="1076"/>
          <ac:picMkLst>
            <pc:docMk/>
            <pc:sldMk cId="815208478" sldId="257"/>
            <ac:picMk id="8" creationId="{DA63304A-AF4C-7A64-7591-9CD2D150178A}"/>
          </ac:picMkLst>
        </pc:picChg>
      </pc:sldChg>
      <pc:sldChg chg="addSp modSp new mod">
        <pc:chgData name="Ohm Adinun Sena" userId="9d0147db606cb9c5" providerId="LiveId" clId="{48D7AE4E-9D51-420D-9A26-E1D2571FA4E7}" dt="2026-01-27T10:01:56.703" v="408" actId="14100"/>
        <pc:sldMkLst>
          <pc:docMk/>
          <pc:sldMk cId="2850434838" sldId="258"/>
        </pc:sldMkLst>
        <pc:spChg chg="add mod">
          <ac:chgData name="Ohm Adinun Sena" userId="9d0147db606cb9c5" providerId="LiveId" clId="{48D7AE4E-9D51-420D-9A26-E1D2571FA4E7}" dt="2026-01-27T09:55:40.800" v="375" actId="14100"/>
          <ac:spMkLst>
            <pc:docMk/>
            <pc:sldMk cId="2850434838" sldId="258"/>
            <ac:spMk id="5" creationId="{930667CF-2F11-293B-519B-DF5520566755}"/>
          </ac:spMkLst>
        </pc:spChg>
        <pc:spChg chg="add mod">
          <ac:chgData name="Ohm Adinun Sena" userId="9d0147db606cb9c5" providerId="LiveId" clId="{48D7AE4E-9D51-420D-9A26-E1D2571FA4E7}" dt="2026-01-27T10:01:56.703" v="408" actId="14100"/>
          <ac:spMkLst>
            <pc:docMk/>
            <pc:sldMk cId="2850434838" sldId="258"/>
            <ac:spMk id="6" creationId="{364D878E-95C9-550B-B174-8B8AAFBF5FA8}"/>
          </ac:spMkLst>
        </pc:spChg>
        <pc:picChg chg="add">
          <ac:chgData name="Ohm Adinun Sena" userId="9d0147db606cb9c5" providerId="LiveId" clId="{48D7AE4E-9D51-420D-9A26-E1D2571FA4E7}" dt="2026-01-27T09:54:55.593" v="302" actId="22"/>
          <ac:picMkLst>
            <pc:docMk/>
            <pc:sldMk cId="2850434838" sldId="258"/>
            <ac:picMk id="4" creationId="{7C18C790-40C8-37DB-C752-C25BDD8DB4F8}"/>
          </ac:picMkLst>
        </pc:picChg>
      </pc:sldChg>
      <pc:sldChg chg="addSp modSp new mod">
        <pc:chgData name="Ohm Adinun Sena" userId="9d0147db606cb9c5" providerId="LiveId" clId="{48D7AE4E-9D51-420D-9A26-E1D2571FA4E7}" dt="2026-01-27T10:27:14.924" v="499" actId="1076"/>
        <pc:sldMkLst>
          <pc:docMk/>
          <pc:sldMk cId="3468246531" sldId="259"/>
        </pc:sldMkLst>
        <pc:spChg chg="add mod">
          <ac:chgData name="Ohm Adinun Sena" userId="9d0147db606cb9c5" providerId="LiveId" clId="{48D7AE4E-9D51-420D-9A26-E1D2571FA4E7}" dt="2026-01-27T10:27:07.567" v="498" actId="20577"/>
          <ac:spMkLst>
            <pc:docMk/>
            <pc:sldMk cId="3468246531" sldId="259"/>
            <ac:spMk id="5" creationId="{2985FE44-21EE-681F-91D5-61C6E676AC15}"/>
          </ac:spMkLst>
        </pc:spChg>
        <pc:graphicFrameChg chg="add mod">
          <ac:chgData name="Ohm Adinun Sena" userId="9d0147db606cb9c5" providerId="LiveId" clId="{48D7AE4E-9D51-420D-9A26-E1D2571FA4E7}" dt="2026-01-27T10:27:14.924" v="499" actId="1076"/>
          <ac:graphicFrameMkLst>
            <pc:docMk/>
            <pc:sldMk cId="3468246531" sldId="259"/>
            <ac:graphicFrameMk id="6" creationId="{810D7836-0317-321F-4F33-728EFB8A959E}"/>
          </ac:graphicFrameMkLst>
        </pc:graphicFrameChg>
        <pc:picChg chg="add">
          <ac:chgData name="Ohm Adinun Sena" userId="9d0147db606cb9c5" providerId="LiveId" clId="{48D7AE4E-9D51-420D-9A26-E1D2571FA4E7}" dt="2026-01-27T10:25:39.972" v="410" actId="22"/>
          <ac:picMkLst>
            <pc:docMk/>
            <pc:sldMk cId="3468246531" sldId="259"/>
            <ac:picMk id="4" creationId="{DC4EBCDB-DEA1-04EF-6060-126D0925CB5E}"/>
          </ac:picMkLst>
        </pc:picChg>
      </pc:sldChg>
      <pc:sldChg chg="addSp modSp new mod">
        <pc:chgData name="Ohm Adinun Sena" userId="9d0147db606cb9c5" providerId="LiveId" clId="{48D7AE4E-9D51-420D-9A26-E1D2571FA4E7}" dt="2026-01-29T06:35:22.822" v="809" actId="20577"/>
        <pc:sldMkLst>
          <pc:docMk/>
          <pc:sldMk cId="1834829488" sldId="260"/>
        </pc:sldMkLst>
        <pc:spChg chg="add mod">
          <ac:chgData name="Ohm Adinun Sena" userId="9d0147db606cb9c5" providerId="LiveId" clId="{48D7AE4E-9D51-420D-9A26-E1D2571FA4E7}" dt="2026-01-27T10:52:44.816" v="513" actId="1076"/>
          <ac:spMkLst>
            <pc:docMk/>
            <pc:sldMk cId="1834829488" sldId="260"/>
            <ac:spMk id="5" creationId="{DF774A69-79F9-DFEB-C96C-9924C3073D1C}"/>
          </ac:spMkLst>
        </pc:spChg>
        <pc:spChg chg="add mod">
          <ac:chgData name="Ohm Adinun Sena" userId="9d0147db606cb9c5" providerId="LiveId" clId="{48D7AE4E-9D51-420D-9A26-E1D2571FA4E7}" dt="2026-01-29T06:34:16.633" v="799" actId="14100"/>
          <ac:spMkLst>
            <pc:docMk/>
            <pc:sldMk cId="1834829488" sldId="260"/>
            <ac:spMk id="6" creationId="{6A7F2D27-9CCC-524E-21C8-EB16F439BC19}"/>
          </ac:spMkLst>
        </pc:spChg>
        <pc:spChg chg="add mod">
          <ac:chgData name="Ohm Adinun Sena" userId="9d0147db606cb9c5" providerId="LiveId" clId="{48D7AE4E-9D51-420D-9A26-E1D2571FA4E7}" dt="2026-01-29T06:35:22.822" v="809" actId="20577"/>
          <ac:spMkLst>
            <pc:docMk/>
            <pc:sldMk cId="1834829488" sldId="260"/>
            <ac:spMk id="7" creationId="{D56D829F-17EE-FAB6-7CBD-D402323909D0}"/>
          </ac:spMkLst>
        </pc:spChg>
        <pc:picChg chg="add">
          <ac:chgData name="Ohm Adinun Sena" userId="9d0147db606cb9c5" providerId="LiveId" clId="{48D7AE4E-9D51-420D-9A26-E1D2571FA4E7}" dt="2026-01-27T10:51:17.976" v="501" actId="22"/>
          <ac:picMkLst>
            <pc:docMk/>
            <pc:sldMk cId="1834829488" sldId="260"/>
            <ac:picMk id="4" creationId="{82BEB6B6-8F86-EFD8-EC09-F2B572937049}"/>
          </ac:picMkLst>
        </pc:picChg>
      </pc:sldChg>
      <pc:sldChg chg="addSp modSp new mod">
        <pc:chgData name="Ohm Adinun Sena" userId="9d0147db606cb9c5" providerId="LiveId" clId="{48D7AE4E-9D51-420D-9A26-E1D2571FA4E7}" dt="2026-01-29T06:39:25.914" v="1052" actId="14100"/>
        <pc:sldMkLst>
          <pc:docMk/>
          <pc:sldMk cId="4195040192" sldId="261"/>
        </pc:sldMkLst>
        <pc:spChg chg="add mod">
          <ac:chgData name="Ohm Adinun Sena" userId="9d0147db606cb9c5" providerId="LiveId" clId="{48D7AE4E-9D51-420D-9A26-E1D2571FA4E7}" dt="2026-01-29T06:38:22.172" v="839" actId="1076"/>
          <ac:spMkLst>
            <pc:docMk/>
            <pc:sldMk cId="4195040192" sldId="261"/>
            <ac:spMk id="5" creationId="{1BC42DBA-8B53-3F23-8ADF-1F3658C0E1E2}"/>
          </ac:spMkLst>
        </pc:spChg>
        <pc:spChg chg="add mod">
          <ac:chgData name="Ohm Adinun Sena" userId="9d0147db606cb9c5" providerId="LiveId" clId="{48D7AE4E-9D51-420D-9A26-E1D2571FA4E7}" dt="2026-01-29T06:39:25.914" v="1052" actId="14100"/>
          <ac:spMkLst>
            <pc:docMk/>
            <pc:sldMk cId="4195040192" sldId="261"/>
            <ac:spMk id="6" creationId="{633EA5E9-997B-30C6-3450-F8E9523B4533}"/>
          </ac:spMkLst>
        </pc:spChg>
        <pc:picChg chg="add">
          <ac:chgData name="Ohm Adinun Sena" userId="9d0147db606cb9c5" providerId="LiveId" clId="{48D7AE4E-9D51-420D-9A26-E1D2571FA4E7}" dt="2026-01-29T06:37:47.189" v="811" actId="22"/>
          <ac:picMkLst>
            <pc:docMk/>
            <pc:sldMk cId="4195040192" sldId="261"/>
            <ac:picMk id="4" creationId="{C181736C-1945-E260-B63D-7CB79F0DABB2}"/>
          </ac:picMkLst>
        </pc:picChg>
      </pc:sldChg>
      <pc:sldChg chg="new del">
        <pc:chgData name="Ohm Adinun Sena" userId="9d0147db606cb9c5" providerId="LiveId" clId="{48D7AE4E-9D51-420D-9A26-E1D2571FA4E7}" dt="2026-01-29T07:02:55.238" v="1054" actId="680"/>
        <pc:sldMkLst>
          <pc:docMk/>
          <pc:sldMk cId="778592744" sldId="262"/>
        </pc:sldMkLst>
      </pc:sldChg>
      <pc:sldChg chg="addSp modSp new mod">
        <pc:chgData name="Ohm Adinun Sena" userId="9d0147db606cb9c5" providerId="LiveId" clId="{48D7AE4E-9D51-420D-9A26-E1D2571FA4E7}" dt="2026-01-29T07:03:53.761" v="1215" actId="20577"/>
        <pc:sldMkLst>
          <pc:docMk/>
          <pc:sldMk cId="861259144" sldId="262"/>
        </pc:sldMkLst>
        <pc:spChg chg="add mod">
          <ac:chgData name="Ohm Adinun Sena" userId="9d0147db606cb9c5" providerId="LiveId" clId="{48D7AE4E-9D51-420D-9A26-E1D2571FA4E7}" dt="2026-01-29T07:03:53.761" v="1215" actId="20577"/>
          <ac:spMkLst>
            <pc:docMk/>
            <pc:sldMk cId="861259144" sldId="262"/>
            <ac:spMk id="5" creationId="{35F8C0D7-4CB6-9FAB-0E1E-ED290DD93768}"/>
          </ac:spMkLst>
        </pc:spChg>
        <pc:picChg chg="add">
          <ac:chgData name="Ohm Adinun Sena" userId="9d0147db606cb9c5" providerId="LiveId" clId="{48D7AE4E-9D51-420D-9A26-E1D2571FA4E7}" dt="2026-01-29T07:02:58.060" v="1056" actId="22"/>
          <ac:picMkLst>
            <pc:docMk/>
            <pc:sldMk cId="861259144" sldId="262"/>
            <ac:picMk id="4" creationId="{CF3D4E17-5596-35D6-BD8B-E2246EDAF9E3}"/>
          </ac:picMkLst>
        </pc:picChg>
      </pc:sldChg>
      <pc:sldChg chg="addSp modSp new mod">
        <pc:chgData name="Ohm Adinun Sena" userId="9d0147db606cb9c5" providerId="LiveId" clId="{48D7AE4E-9D51-420D-9A26-E1D2571FA4E7}" dt="2026-01-29T07:17:21.436" v="1311" actId="20577"/>
        <pc:sldMkLst>
          <pc:docMk/>
          <pc:sldMk cId="1682405621" sldId="263"/>
        </pc:sldMkLst>
        <pc:spChg chg="add mod">
          <ac:chgData name="Ohm Adinun Sena" userId="9d0147db606cb9c5" providerId="LiveId" clId="{48D7AE4E-9D51-420D-9A26-E1D2571FA4E7}" dt="2026-01-29T07:17:21.436" v="1311" actId="20577"/>
          <ac:spMkLst>
            <pc:docMk/>
            <pc:sldMk cId="1682405621" sldId="263"/>
            <ac:spMk id="5" creationId="{8B9A5EC7-72B0-29B6-4F01-A0FBB88D3AB1}"/>
          </ac:spMkLst>
        </pc:spChg>
        <pc:picChg chg="add">
          <ac:chgData name="Ohm Adinun Sena" userId="9d0147db606cb9c5" providerId="LiveId" clId="{48D7AE4E-9D51-420D-9A26-E1D2571FA4E7}" dt="2026-01-29T07:16:45.394" v="1217" actId="22"/>
          <ac:picMkLst>
            <pc:docMk/>
            <pc:sldMk cId="1682405621" sldId="263"/>
            <ac:picMk id="4" creationId="{715C9EE7-37A9-DBB5-3168-E3A81DB8011A}"/>
          </ac:picMkLst>
        </pc:picChg>
      </pc:sldChg>
      <pc:sldChg chg="addSp modSp new mod">
        <pc:chgData name="Ohm Adinun Sena" userId="9d0147db606cb9c5" providerId="LiveId" clId="{48D7AE4E-9D51-420D-9A26-E1D2571FA4E7}" dt="2026-01-29T07:18:59.116" v="1381" actId="20577"/>
        <pc:sldMkLst>
          <pc:docMk/>
          <pc:sldMk cId="2804806199" sldId="264"/>
        </pc:sldMkLst>
        <pc:spChg chg="add mod">
          <ac:chgData name="Ohm Adinun Sena" userId="9d0147db606cb9c5" providerId="LiveId" clId="{48D7AE4E-9D51-420D-9A26-E1D2571FA4E7}" dt="2026-01-29T07:18:59.116" v="1381" actId="20577"/>
          <ac:spMkLst>
            <pc:docMk/>
            <pc:sldMk cId="2804806199" sldId="264"/>
            <ac:spMk id="5" creationId="{CF2A3C8B-7E54-4B55-7237-5B2C5DE2CBD6}"/>
          </ac:spMkLst>
        </pc:spChg>
        <pc:picChg chg="add">
          <ac:chgData name="Ohm Adinun Sena" userId="9d0147db606cb9c5" providerId="LiveId" clId="{48D7AE4E-9D51-420D-9A26-E1D2571FA4E7}" dt="2026-01-29T07:18:27.649" v="1313" actId="22"/>
          <ac:picMkLst>
            <pc:docMk/>
            <pc:sldMk cId="2804806199" sldId="264"/>
            <ac:picMk id="4" creationId="{7DBF4C02-AF65-D20B-E69A-3AE3B7BB1136}"/>
          </ac:picMkLst>
        </pc:picChg>
      </pc:sldChg>
      <pc:sldChg chg="addSp modSp new mod">
        <pc:chgData name="Ohm Adinun Sena" userId="9d0147db606cb9c5" providerId="LiveId" clId="{48D7AE4E-9D51-420D-9A26-E1D2571FA4E7}" dt="2026-01-29T07:50:35.151" v="1656" actId="20577"/>
        <pc:sldMkLst>
          <pc:docMk/>
          <pc:sldMk cId="1524688239" sldId="265"/>
        </pc:sldMkLst>
        <pc:spChg chg="add mod">
          <ac:chgData name="Ohm Adinun Sena" userId="9d0147db606cb9c5" providerId="LiveId" clId="{48D7AE4E-9D51-420D-9A26-E1D2571FA4E7}" dt="2026-01-29T07:50:35.151" v="1656" actId="20577"/>
          <ac:spMkLst>
            <pc:docMk/>
            <pc:sldMk cId="1524688239" sldId="265"/>
            <ac:spMk id="5" creationId="{691F2907-A5CD-F2B1-1272-A50E9330D6E9}"/>
          </ac:spMkLst>
        </pc:spChg>
        <pc:picChg chg="add">
          <ac:chgData name="Ohm Adinun Sena" userId="9d0147db606cb9c5" providerId="LiveId" clId="{48D7AE4E-9D51-420D-9A26-E1D2571FA4E7}" dt="2026-01-29T07:39:41.382" v="1383" actId="22"/>
          <ac:picMkLst>
            <pc:docMk/>
            <pc:sldMk cId="1524688239" sldId="265"/>
            <ac:picMk id="4" creationId="{33E24DA7-208C-026A-FE67-0F5320899729}"/>
          </ac:picMkLst>
        </pc:picChg>
      </pc:sldChg>
      <pc:sldChg chg="addSp modSp new mod">
        <pc:chgData name="Ohm Adinun Sena" userId="9d0147db606cb9c5" providerId="LiveId" clId="{48D7AE4E-9D51-420D-9A26-E1D2571FA4E7}" dt="2026-01-29T07:41:52.988" v="1476" actId="20577"/>
        <pc:sldMkLst>
          <pc:docMk/>
          <pc:sldMk cId="2528806516" sldId="266"/>
        </pc:sldMkLst>
        <pc:spChg chg="add mod">
          <ac:chgData name="Ohm Adinun Sena" userId="9d0147db606cb9c5" providerId="LiveId" clId="{48D7AE4E-9D51-420D-9A26-E1D2571FA4E7}" dt="2026-01-29T07:41:52.988" v="1476" actId="20577"/>
          <ac:spMkLst>
            <pc:docMk/>
            <pc:sldMk cId="2528806516" sldId="266"/>
            <ac:spMk id="5" creationId="{B81EFDC2-6828-D07E-694B-265BE1419D04}"/>
          </ac:spMkLst>
        </pc:spChg>
        <pc:picChg chg="add">
          <ac:chgData name="Ohm Adinun Sena" userId="9d0147db606cb9c5" providerId="LiveId" clId="{48D7AE4E-9D51-420D-9A26-E1D2571FA4E7}" dt="2026-01-29T07:40:55.019" v="1385" actId="22"/>
          <ac:picMkLst>
            <pc:docMk/>
            <pc:sldMk cId="2528806516" sldId="266"/>
            <ac:picMk id="4" creationId="{E13CA673-442F-C547-E2E0-D4D928B7EB53}"/>
          </ac:picMkLst>
        </pc:picChg>
      </pc:sldChg>
      <pc:sldChg chg="addSp modSp new mod">
        <pc:chgData name="Ohm Adinun Sena" userId="9d0147db606cb9c5" providerId="LiveId" clId="{48D7AE4E-9D51-420D-9A26-E1D2571FA4E7}" dt="2026-01-29T07:48:00.325" v="1600" actId="20577"/>
        <pc:sldMkLst>
          <pc:docMk/>
          <pc:sldMk cId="2748306838" sldId="267"/>
        </pc:sldMkLst>
        <pc:spChg chg="add mod">
          <ac:chgData name="Ohm Adinun Sena" userId="9d0147db606cb9c5" providerId="LiveId" clId="{48D7AE4E-9D51-420D-9A26-E1D2571FA4E7}" dt="2026-01-29T07:48:00.325" v="1600" actId="20577"/>
          <ac:spMkLst>
            <pc:docMk/>
            <pc:sldMk cId="2748306838" sldId="267"/>
            <ac:spMk id="5" creationId="{748492AD-EBC0-5A97-9F8A-39639EBED02A}"/>
          </ac:spMkLst>
        </pc:spChg>
        <pc:picChg chg="add">
          <ac:chgData name="Ohm Adinun Sena" userId="9d0147db606cb9c5" providerId="LiveId" clId="{48D7AE4E-9D51-420D-9A26-E1D2571FA4E7}" dt="2026-01-29T07:47:20.570" v="1478" actId="22"/>
          <ac:picMkLst>
            <pc:docMk/>
            <pc:sldMk cId="2748306838" sldId="267"/>
            <ac:picMk id="4" creationId="{4062DF97-E434-02CA-CE7A-1F4A27B23C0D}"/>
          </ac:picMkLst>
        </pc:picChg>
      </pc:sldChg>
      <pc:sldChg chg="addSp modSp new mod">
        <pc:chgData name="Ohm Adinun Sena" userId="9d0147db606cb9c5" providerId="LiveId" clId="{48D7AE4E-9D51-420D-9A26-E1D2571FA4E7}" dt="2026-01-29T07:55:34.528" v="2284" actId="20577"/>
        <pc:sldMkLst>
          <pc:docMk/>
          <pc:sldMk cId="1987667062" sldId="268"/>
        </pc:sldMkLst>
        <pc:spChg chg="add mod">
          <ac:chgData name="Ohm Adinun Sena" userId="9d0147db606cb9c5" providerId="LiveId" clId="{48D7AE4E-9D51-420D-9A26-E1D2571FA4E7}" dt="2026-01-29T07:55:34.528" v="2284" actId="20577"/>
          <ac:spMkLst>
            <pc:docMk/>
            <pc:sldMk cId="1987667062" sldId="268"/>
            <ac:spMk id="5" creationId="{880A0822-1AC6-7C9E-8594-678C99CDCEB8}"/>
          </ac:spMkLst>
        </pc:spChg>
        <pc:spChg chg="add mod">
          <ac:chgData name="Ohm Adinun Sena" userId="9d0147db606cb9c5" providerId="LiveId" clId="{48D7AE4E-9D51-420D-9A26-E1D2571FA4E7}" dt="2026-01-29T07:54:47.721" v="2176" actId="20577"/>
          <ac:spMkLst>
            <pc:docMk/>
            <pc:sldMk cId="1987667062" sldId="268"/>
            <ac:spMk id="6" creationId="{D192AE58-673B-D8F7-CBC2-FD24C36F6210}"/>
          </ac:spMkLst>
        </pc:spChg>
        <pc:picChg chg="add">
          <ac:chgData name="Ohm Adinun Sena" userId="9d0147db606cb9c5" providerId="LiveId" clId="{48D7AE4E-9D51-420D-9A26-E1D2571FA4E7}" dt="2026-01-29T07:51:11.839" v="1658" actId="22"/>
          <ac:picMkLst>
            <pc:docMk/>
            <pc:sldMk cId="1987667062" sldId="268"/>
            <ac:picMk id="4" creationId="{73E0821A-56BD-DC19-05A7-B030EC979CE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F6563-1323-405D-BCD8-8C0EAB71C468}" type="datetimeFigureOut">
              <a:rPr lang="en-US" smtClean="0"/>
              <a:t>27-Jan-26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847B6B-3702-4C0B-916C-3759D2F5B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820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35945-8A9E-7D83-6CC8-CF25EC7D6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04986-76EB-2137-3D1B-BF8A9D8AF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EFCAF-EFFA-01CB-C2B5-D6AF4C932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93F2A-8467-4963-A2D9-FDC7E70AEF8B}" type="datetime1">
              <a:rPr lang="en-US" smtClean="0"/>
              <a:t>27-Jan-26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659E6-2F92-5ECE-1EA8-773A72180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915BB-AA2F-B536-0902-7C1EAC846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409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96B0-382D-F6A4-800A-9BA8F13BE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00E76-FF1C-AF2C-0337-E63F5EE1D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EC4CE-A626-8FAB-5107-48D4085F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3A8B6-BF81-448E-80DA-0AFB28F28AA3}" type="datetime1">
              <a:rPr lang="en-US" smtClean="0"/>
              <a:t>27-Jan-26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35AEF-2FD4-4736-200B-DFFEC1724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792B1-7165-C560-253D-AD1B80591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12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6FD96-B472-B8CA-97B0-7F94CC380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8E6C4-92A6-B7E5-8ED8-157B6A25C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DABE8-200A-3DCB-81F8-8DE38E76A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C24BA-359E-4E81-A121-CE89F0E8DBB4}" type="datetime1">
              <a:rPr lang="en-US" smtClean="0"/>
              <a:t>27-Jan-26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A1C5F-6227-2D57-F61C-13204D28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A3A65-71E5-7C23-2CF8-E5D7F375A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47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2B453-8430-B95E-0BD8-2552876F4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AE6F-2725-15AB-378B-E09B78171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65CC9-5110-D946-7395-FEEFAB0C8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0DC04-20E0-2184-DB8F-5567749FE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06AE-D7F5-4C6B-BA5D-75BA5BD1960E}" type="datetime1">
              <a:rPr lang="en-US" smtClean="0"/>
              <a:t>27-Jan-26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ED455-3937-3DD3-4886-157F5C1CB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44714-3D45-44F2-7668-06EB1A9C0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4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3525-4C43-12F3-66A8-95A87B3A3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6098E-1711-5A98-1E5D-13ADD68ED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55671-1EC4-373C-AA12-FA1A591CB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8AB457-2B08-A7E5-1E32-6B008027F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504CA1-B892-2FE6-3EF0-B36D02947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A45562-2983-CDCC-07F9-A527859E1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56504-E81D-4CE6-BBB6-4FE22CC5EEA5}" type="datetime1">
              <a:rPr lang="en-US" smtClean="0"/>
              <a:t>27-Jan-26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ED9F82-EC18-004F-05F1-7B64DEBF3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20944-A4C2-51CF-8306-CC8B8FA0F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73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ADACD-C24B-BDA2-2010-4B0AB4061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C304C-2468-26E1-535D-75D9BA6C0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2D84-B104-491A-999D-CFEEC29EAA10}" type="datetime1">
              <a:rPr lang="en-US" smtClean="0"/>
              <a:t>27-Jan-26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FC222-5B3E-87FF-D5F0-0E6CE2A03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5C24C0-AD7B-DFEE-A887-780BACC87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58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C68BF-BDD9-B526-8033-3DBDBD4AF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30AE3-70B1-483D-B636-1A39179188BE}" type="datetime1">
              <a:rPr lang="en-US" smtClean="0"/>
              <a:t>27-Jan-26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1FCBDB-0C5C-D068-8598-2C7ABA78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91A01-A705-03C2-117F-4FCBD162C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47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93A1C-AFDF-565A-F011-FB47AD72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9AD35-DB2A-936E-8022-DC5693AE9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8C48A-F893-BCBA-697C-427BAB928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D313F-374A-F953-61E3-3795466C4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1E3CB-E3CB-41D5-81CF-51A655E49C9E}" type="datetime1">
              <a:rPr lang="en-US" smtClean="0"/>
              <a:t>27-Jan-26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22FBE-9D21-F2C6-B23D-3E8C4BC3C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1E407-8291-3886-3EE3-B713F35B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09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52D17-6FAB-A252-A70B-3D9AD974A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63F002-3722-7C6D-14CA-437E9D72A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CC2FA6-53AA-1D5D-1C54-0090E9123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7F403-CC73-2BF6-6ED9-EFC650575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62064-43D5-4EBF-A5E2-63284E2DFDFF}" type="datetime1">
              <a:rPr lang="en-US" smtClean="0"/>
              <a:t>27-Jan-26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20625-1E0E-E682-9562-63CEAF7E4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D1470-9FD0-5198-7B64-7453C2DC1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02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2077-FC24-BF1A-240A-D0A296853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CFC10-CADA-C4E7-4008-81885687F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40738-97B7-76EB-BB33-E872E5E02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E82D2-2A28-460D-B238-61AC1B33E145}" type="datetime1">
              <a:rPr lang="en-US" smtClean="0"/>
              <a:t>27-Jan-26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D4E9D-4FCF-29E9-7F2A-C087452CD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CEF9D-493B-74C0-3AF6-A6DCA590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2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9E0A57-FF10-3E06-2268-A68B049952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6682D-2239-8660-37AE-2E7CDD0EE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81574-0E56-2709-27F3-3BB1E3992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E5EF-4167-4CFD-B1F9-A7F65ED4F4C9}" type="datetime1">
              <a:rPr lang="en-US" smtClean="0"/>
              <a:t>27-Jan-26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A28C1-313D-E0EC-AFEF-3A8004A2E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9529A-494E-3F6D-2FDF-6C3DAED3E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88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075C55-D239-CAC5-61A5-8873AD2E9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3A1A6-AB6E-32A2-BFA1-03FC6435C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F18CE-57C3-673C-FC57-8AC064D22D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EA72A-EFDE-4194-BD73-FC8F1A934108}" type="datetime1">
              <a:rPr lang="en-US" smtClean="0"/>
              <a:t>27-Jan-26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72AAC-7751-2B7A-CC75-AFF92A88CA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AD3FD-77A2-BBCD-B9F8-4E5515586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659F6-1E2E-4826-AC57-817892744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17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234E52-02D9-CA9D-45FC-FC50C302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BC71EB-8CE0-52F6-5AFB-2CD508DCE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582"/>
            <a:ext cx="12192000" cy="63088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D6A2D6-D747-7263-6847-9C32AB353D26}"/>
              </a:ext>
            </a:extLst>
          </p:cNvPr>
          <p:cNvSpPr txBox="1"/>
          <p:nvPr/>
        </p:nvSpPr>
        <p:spPr>
          <a:xfrm>
            <a:off x="697579" y="2039985"/>
            <a:ext cx="7315205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Project Status </a:t>
            </a:r>
            <a:r>
              <a:rPr lang="th-TH" dirty="0"/>
              <a:t>จะมี </a:t>
            </a:r>
            <a:r>
              <a:rPr lang="en-US" dirty="0"/>
              <a:t>Active </a:t>
            </a:r>
            <a:r>
              <a:rPr lang="th-TH" dirty="0"/>
              <a:t>ทำอยู่ </a:t>
            </a:r>
            <a:r>
              <a:rPr lang="en-US" dirty="0"/>
              <a:t>on plan</a:t>
            </a:r>
            <a:r>
              <a:rPr lang="th-TH" dirty="0"/>
              <a:t> </a:t>
            </a:r>
            <a:r>
              <a:rPr lang="en-US" dirty="0"/>
              <a:t>, Delay </a:t>
            </a:r>
            <a:r>
              <a:rPr lang="th-TH" dirty="0"/>
              <a:t>ล่าช้ากว่าแผนงาน, </a:t>
            </a:r>
            <a:r>
              <a:rPr lang="en-US" dirty="0"/>
              <a:t>Completed</a:t>
            </a:r>
            <a:r>
              <a:rPr lang="th-TH" dirty="0"/>
              <a:t> ทำจบแล้ว</a:t>
            </a:r>
            <a:r>
              <a:rPr lang="en-US" dirty="0"/>
              <a:t>, Hold</a:t>
            </a:r>
            <a:r>
              <a:rPr lang="th-TH" dirty="0"/>
              <a:t> ชะลอการทำไปก่อน ยังไม่รู้จะเริ่มได้เมื่อไหร่</a:t>
            </a:r>
            <a:r>
              <a:rPr lang="en-US" dirty="0"/>
              <a:t>, Cancelled</a:t>
            </a:r>
            <a:r>
              <a:rPr lang="th-TH" dirty="0"/>
              <a:t> ยกเลิกไม่ทำแล้ว</a:t>
            </a:r>
            <a:r>
              <a:rPr lang="en-US" dirty="0"/>
              <a:t>, Postpone</a:t>
            </a:r>
            <a:r>
              <a:rPr lang="th-TH" dirty="0"/>
              <a:t> ขอเลื่อน ไปปีถัดไป</a:t>
            </a:r>
            <a:r>
              <a:rPr lang="en-US" dirty="0"/>
              <a:t> </a:t>
            </a:r>
            <a:r>
              <a:rPr lang="th-TH" dirty="0"/>
              <a:t>หรือยังไม่ทำในปีนี้</a:t>
            </a:r>
            <a:endParaRPr lang="en-US" dirty="0"/>
          </a:p>
          <a:p>
            <a:endParaRPr lang="en-US" dirty="0"/>
          </a:p>
          <a:p>
            <a:r>
              <a:rPr lang="th-TH" dirty="0"/>
              <a:t>แต่ละกล่องของ </a:t>
            </a:r>
            <a:r>
              <a:rPr lang="en-US" dirty="0"/>
              <a:t>Status </a:t>
            </a:r>
            <a:r>
              <a:rPr lang="th-TH" dirty="0"/>
              <a:t>สามารถคลิกเพื่อแสดง </a:t>
            </a:r>
            <a:r>
              <a:rPr lang="en-US" dirty="0"/>
              <a:t>project </a:t>
            </a:r>
            <a:r>
              <a:rPr lang="th-TH" dirty="0"/>
              <a:t>ที่มีสถานะนั้นๆได้</a:t>
            </a:r>
            <a:br>
              <a:rPr lang="th-TH" dirty="0"/>
            </a:br>
            <a:r>
              <a:rPr lang="th-TH" dirty="0"/>
              <a:t>โดยที่จะเลือกหลายๆสถานะพร้อมๆกันก็ได้ ดังนั้น จะให้เป็น </a:t>
            </a:r>
            <a:r>
              <a:rPr lang="en-US" dirty="0"/>
              <a:t>Check Box </a:t>
            </a:r>
            <a:r>
              <a:rPr lang="th-TH" dirty="0"/>
              <a:t>ที่ให้ติ๊กเลือกแสดง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DEB76-0F7E-4F01-D673-C4B0AB2D5BB3}"/>
              </a:ext>
            </a:extLst>
          </p:cNvPr>
          <p:cNvSpPr txBox="1"/>
          <p:nvPr/>
        </p:nvSpPr>
        <p:spPr>
          <a:xfrm>
            <a:off x="4038595" y="3896203"/>
            <a:ext cx="7556374" cy="258532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ขอให้มีการจัด </a:t>
            </a:r>
            <a:r>
              <a:rPr lang="en-US" dirty="0"/>
              <a:t>Group Project </a:t>
            </a:r>
            <a:r>
              <a:rPr lang="th-TH" dirty="0"/>
              <a:t>ได้ ลักษณะ </a:t>
            </a:r>
            <a:r>
              <a:rPr lang="en-US" dirty="0"/>
              <a:t>Group 3 Level </a:t>
            </a:r>
            <a:r>
              <a:rPr lang="th-TH" dirty="0"/>
              <a:t>เหมือนของพี่เชียร</a:t>
            </a:r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th-TH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63304A-AF4C-7A64-7591-9CD2D1501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255" y="4548917"/>
            <a:ext cx="3674686" cy="18074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3AA212-968E-3021-1DD7-453CA348F7CB}"/>
              </a:ext>
            </a:extLst>
          </p:cNvPr>
          <p:cNvSpPr txBox="1"/>
          <p:nvPr/>
        </p:nvSpPr>
        <p:spPr>
          <a:xfrm>
            <a:off x="5799838" y="1082998"/>
            <a:ext cx="5691435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แต่ละกล่องของ </a:t>
            </a:r>
            <a:r>
              <a:rPr lang="en-US" dirty="0"/>
              <a:t>dashboard </a:t>
            </a:r>
            <a:r>
              <a:rPr lang="th-TH" dirty="0"/>
              <a:t>ต้องคลิกเข้าไปดูรายละเอียดได้ ทั้ง </a:t>
            </a:r>
            <a:r>
              <a:rPr lang="en-US" dirty="0"/>
              <a:t>active project, my pending tasks, team members, completion rate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815208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728D9-DB23-3008-E913-E9534F763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93CD9F-6B9F-1A6B-58EE-D5C9BB80D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582"/>
            <a:ext cx="12192000" cy="63088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B78096-C79F-C91D-E20C-B7717B0D889F}"/>
              </a:ext>
            </a:extLst>
          </p:cNvPr>
          <p:cNvSpPr txBox="1"/>
          <p:nvPr/>
        </p:nvSpPr>
        <p:spPr>
          <a:xfrm>
            <a:off x="2809185" y="1618755"/>
            <a:ext cx="5571243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ตัวอักษร ที่อยู่ในช่องสีเทา ขอให้เป็นสีขาวทั้งหมด เพราะสีดำกลืน มองไม่เห็น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DAB1BE-8040-E4F6-9EC1-59087BEFCC87}"/>
              </a:ext>
            </a:extLst>
          </p:cNvPr>
          <p:cNvSpPr txBox="1"/>
          <p:nvPr/>
        </p:nvSpPr>
        <p:spPr>
          <a:xfrm>
            <a:off x="5594806" y="2478165"/>
            <a:ext cx="5571243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ขอให้มีปุ่ </a:t>
            </a:r>
            <a:r>
              <a:rPr lang="en-US" dirty="0"/>
              <a:t>Toggle </a:t>
            </a:r>
            <a:r>
              <a:rPr lang="th-TH" dirty="0"/>
              <a:t>แปลงเป็นแบบ </a:t>
            </a:r>
            <a:r>
              <a:rPr lang="en-US" dirty="0"/>
              <a:t>list </a:t>
            </a:r>
            <a:r>
              <a:rPr lang="th-TH" dirty="0"/>
              <a:t>รายการ ของ </a:t>
            </a:r>
            <a:r>
              <a:rPr lang="en-US" dirty="0"/>
              <a:t>view </a:t>
            </a:r>
            <a:r>
              <a:rPr lang="th-TH" dirty="0"/>
              <a:t>ชื่อ </a:t>
            </a:r>
            <a:r>
              <a:rPr lang="en-US" dirty="0"/>
              <a:t>project </a:t>
            </a:r>
            <a:r>
              <a:rPr lang="th-TH" dirty="0"/>
              <a:t>ด่านล่างนี้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B1C056-A666-3349-82F4-943981A5D4C8}"/>
              </a:ext>
            </a:extLst>
          </p:cNvPr>
          <p:cNvSpPr txBox="1"/>
          <p:nvPr/>
        </p:nvSpPr>
        <p:spPr>
          <a:xfrm>
            <a:off x="1932492" y="3731754"/>
            <a:ext cx="624997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การเรียง </a:t>
            </a:r>
            <a:r>
              <a:rPr lang="en-US" dirty="0"/>
              <a:t>project </a:t>
            </a:r>
            <a:r>
              <a:rPr lang="th-TH" dirty="0"/>
              <a:t>ขอให้มีเรียงตามชื่อ หรือ ตาม </a:t>
            </a:r>
            <a:r>
              <a:rPr lang="en-US" dirty="0"/>
              <a:t>project ID </a:t>
            </a:r>
            <a:r>
              <a:rPr lang="th-TH" dirty="0"/>
              <a:t>กดเลือก </a:t>
            </a:r>
            <a:r>
              <a:rPr lang="en-US" dirty="0"/>
              <a:t>sorting </a:t>
            </a:r>
            <a:r>
              <a:rPr lang="th-TH" dirty="0"/>
              <a:t>ได้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F55C5C-E0E2-06F2-714E-23C0D71D67E5}"/>
              </a:ext>
            </a:extLst>
          </p:cNvPr>
          <p:cNvSpPr txBox="1"/>
          <p:nvPr/>
        </p:nvSpPr>
        <p:spPr>
          <a:xfrm>
            <a:off x="2686634" y="5035275"/>
            <a:ext cx="7315205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Project Status </a:t>
            </a:r>
            <a:r>
              <a:rPr lang="th-TH" dirty="0"/>
              <a:t>จะมี </a:t>
            </a:r>
            <a:r>
              <a:rPr lang="en-US" dirty="0"/>
              <a:t>Active </a:t>
            </a:r>
            <a:r>
              <a:rPr lang="th-TH" dirty="0"/>
              <a:t>ทำอยู่ </a:t>
            </a:r>
            <a:r>
              <a:rPr lang="en-US" dirty="0"/>
              <a:t>on plan</a:t>
            </a:r>
            <a:r>
              <a:rPr lang="th-TH" dirty="0"/>
              <a:t> </a:t>
            </a:r>
            <a:r>
              <a:rPr lang="en-US" dirty="0"/>
              <a:t>, Delay </a:t>
            </a:r>
            <a:r>
              <a:rPr lang="th-TH" dirty="0"/>
              <a:t>ล่าช้ากว่าแผนงาน, </a:t>
            </a:r>
            <a:r>
              <a:rPr lang="en-US" dirty="0"/>
              <a:t>Completed</a:t>
            </a:r>
            <a:r>
              <a:rPr lang="th-TH" dirty="0"/>
              <a:t> ทำจบแล้ว</a:t>
            </a:r>
            <a:r>
              <a:rPr lang="en-US" dirty="0"/>
              <a:t>, Hold</a:t>
            </a:r>
            <a:r>
              <a:rPr lang="th-TH" dirty="0"/>
              <a:t> ชะลอการทำไปก่อน ยังไม่รู้จะเริ่มได้เมื่อไหร่</a:t>
            </a:r>
            <a:r>
              <a:rPr lang="en-US" dirty="0"/>
              <a:t>, Cancelled</a:t>
            </a:r>
            <a:r>
              <a:rPr lang="th-TH" dirty="0"/>
              <a:t> ยกเลิกไม่ทำแล้ว</a:t>
            </a:r>
            <a:r>
              <a:rPr lang="en-US" dirty="0"/>
              <a:t>, Postpone</a:t>
            </a:r>
            <a:r>
              <a:rPr lang="th-TH" dirty="0"/>
              <a:t> ขอเลื่อน ไปปีถัดไป</a:t>
            </a:r>
            <a:r>
              <a:rPr lang="en-US" dirty="0"/>
              <a:t> </a:t>
            </a:r>
            <a:r>
              <a:rPr lang="th-TH" dirty="0"/>
              <a:t>หรือยังไม่ทำในปีนี้</a:t>
            </a:r>
          </a:p>
        </p:txBody>
      </p:sp>
    </p:spTree>
    <p:extLst>
      <p:ext uri="{BB962C8B-B14F-4D97-AF65-F5344CB8AC3E}">
        <p14:creationId xmlns:p14="http://schemas.microsoft.com/office/powerpoint/2010/main" val="2698781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097DC2-6D70-0733-B373-5776D09A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18C790-40C8-37DB-C752-C25BDD8DB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875"/>
            <a:ext cx="12192000" cy="63342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0667CF-2F11-293B-519B-DF5520566755}"/>
              </a:ext>
            </a:extLst>
          </p:cNvPr>
          <p:cNvSpPr txBox="1"/>
          <p:nvPr/>
        </p:nvSpPr>
        <p:spPr>
          <a:xfrm>
            <a:off x="2545235" y="2712264"/>
            <a:ext cx="3318237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ตัวอักษร ที่อยู่ในช่อง เป็นสีขาว อ่านไม่ชัดเจน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4D878E-95C9-550B-B174-8B8AAFBF5FA8}"/>
              </a:ext>
            </a:extLst>
          </p:cNvPr>
          <p:cNvSpPr txBox="1"/>
          <p:nvPr/>
        </p:nvSpPr>
        <p:spPr>
          <a:xfrm>
            <a:off x="5139178" y="1714594"/>
            <a:ext cx="2769912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เปลี่ยน </a:t>
            </a:r>
            <a:r>
              <a:rPr lang="en-US" dirty="0"/>
              <a:t>Deadline </a:t>
            </a:r>
            <a:r>
              <a:rPr lang="th-TH" dirty="0"/>
              <a:t>เป็น </a:t>
            </a:r>
            <a:r>
              <a:rPr lang="en-US" dirty="0"/>
              <a:t>Finish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850434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438DA6-124D-B764-B2E9-D198E058B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4EBCDB-DEA1-04EF-6060-126D0925C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112"/>
            <a:ext cx="12192000" cy="62897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85FE44-21EE-681F-91D5-61C6E676AC15}"/>
              </a:ext>
            </a:extLst>
          </p:cNvPr>
          <p:cNvSpPr txBox="1"/>
          <p:nvPr/>
        </p:nvSpPr>
        <p:spPr>
          <a:xfrm>
            <a:off x="6178483" y="2853667"/>
            <a:ext cx="3318237" cy="36933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ในแต่ละ </a:t>
            </a:r>
            <a:r>
              <a:rPr lang="en-US" dirty="0"/>
              <a:t>task </a:t>
            </a:r>
            <a:r>
              <a:rPr lang="th-TH" dirty="0"/>
              <a:t>ต้องมี </a:t>
            </a:r>
            <a:r>
              <a:rPr lang="en-US" dirty="0"/>
              <a:t>task </a:t>
            </a:r>
            <a:r>
              <a:rPr lang="th-TH" dirty="0"/>
              <a:t>ย่อยๆลงไปอีก</a:t>
            </a:r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th-TH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0D7836-0317-321F-4F33-728EFB8A9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661337"/>
              </p:ext>
            </p:extLst>
          </p:nvPr>
        </p:nvGraphicFramePr>
        <p:xfrm>
          <a:off x="6397396" y="3270587"/>
          <a:ext cx="203200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500">
                  <a:extLst>
                    <a:ext uri="{9D8B030D-6E8A-4147-A177-3AD203B41FA5}">
                      <a16:colId xmlns:a16="http://schemas.microsoft.com/office/drawing/2014/main" val="150515620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78097228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Project Scope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802200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Kick off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002899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Get Requriement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686893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Design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7005295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Development and Unit Test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566221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System Integration Test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927339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UAT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305894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Golive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759740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Post Implement &amp; Support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34637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8246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ECA6FA-0C7D-C509-5A4E-ED9076707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BEB6B6-8F86-EFD8-EC09-F2B572937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581"/>
            <a:ext cx="12192000" cy="63248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774A69-79F9-DFEB-C96C-9924C3073D1C}"/>
              </a:ext>
            </a:extLst>
          </p:cNvPr>
          <p:cNvSpPr txBox="1"/>
          <p:nvPr/>
        </p:nvSpPr>
        <p:spPr>
          <a:xfrm>
            <a:off x="3586897" y="4894024"/>
            <a:ext cx="624997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การเรียง </a:t>
            </a:r>
            <a:r>
              <a:rPr lang="en-US" dirty="0"/>
              <a:t>project </a:t>
            </a:r>
            <a:r>
              <a:rPr lang="th-TH" dirty="0"/>
              <a:t>ขอให้มีเรียงตามชื่อ หรือ ตาม </a:t>
            </a:r>
            <a:r>
              <a:rPr lang="en-US" dirty="0"/>
              <a:t>project ID </a:t>
            </a:r>
            <a:r>
              <a:rPr lang="th-TH" dirty="0"/>
              <a:t>กดเลือก </a:t>
            </a:r>
            <a:r>
              <a:rPr lang="en-US" dirty="0"/>
              <a:t>sorting </a:t>
            </a:r>
            <a:r>
              <a:rPr lang="th-TH" dirty="0"/>
              <a:t>ได้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7F2D27-9CCC-524E-21C8-EB16F439BC19}"/>
              </a:ext>
            </a:extLst>
          </p:cNvPr>
          <p:cNvSpPr txBox="1"/>
          <p:nvPr/>
        </p:nvSpPr>
        <p:spPr>
          <a:xfrm>
            <a:off x="3652885" y="3059668"/>
            <a:ext cx="5887041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ขอให้มีปุ่ม </a:t>
            </a:r>
            <a:r>
              <a:rPr lang="en-US" dirty="0"/>
              <a:t>Toggle </a:t>
            </a:r>
            <a:r>
              <a:rPr lang="th-TH" dirty="0"/>
              <a:t>แปลงเป็นแบบ </a:t>
            </a:r>
            <a:r>
              <a:rPr lang="en-US" dirty="0"/>
              <a:t>list </a:t>
            </a:r>
            <a:r>
              <a:rPr lang="th-TH" dirty="0"/>
              <a:t>รายการ ของ </a:t>
            </a:r>
            <a:r>
              <a:rPr lang="en-US" dirty="0"/>
              <a:t>view </a:t>
            </a:r>
            <a:r>
              <a:rPr lang="th-TH" dirty="0"/>
              <a:t>ชื่อ </a:t>
            </a:r>
            <a:r>
              <a:rPr lang="en-US" dirty="0"/>
              <a:t>project </a:t>
            </a:r>
            <a:r>
              <a:rPr lang="th-TH" dirty="0"/>
              <a:t>ด่านล่างนี้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6D829F-17EE-FAB6-7CBD-D402323909D0}"/>
              </a:ext>
            </a:extLst>
          </p:cNvPr>
          <p:cNvSpPr txBox="1"/>
          <p:nvPr/>
        </p:nvSpPr>
        <p:spPr>
          <a:xfrm>
            <a:off x="3450207" y="723839"/>
            <a:ext cx="7315205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Task Status </a:t>
            </a:r>
            <a:r>
              <a:rPr lang="th-TH" dirty="0"/>
              <a:t>จะมี </a:t>
            </a:r>
            <a:r>
              <a:rPr lang="en-US" dirty="0"/>
              <a:t>Active </a:t>
            </a:r>
            <a:r>
              <a:rPr lang="th-TH" dirty="0"/>
              <a:t>ทำอยู่ มี </a:t>
            </a:r>
            <a:r>
              <a:rPr lang="en-US" dirty="0"/>
              <a:t>Ahead, on plan</a:t>
            </a:r>
            <a:r>
              <a:rPr lang="th-TH" dirty="0"/>
              <a:t> </a:t>
            </a:r>
            <a:r>
              <a:rPr lang="en-US" dirty="0"/>
              <a:t>, Delay </a:t>
            </a:r>
            <a:r>
              <a:rPr lang="th-TH" dirty="0"/>
              <a:t>ล่าช้ากว่าแผนงาน</a:t>
            </a:r>
            <a:r>
              <a:rPr lang="en-US" dirty="0"/>
              <a:t> </a:t>
            </a:r>
            <a:r>
              <a:rPr lang="th-TH" dirty="0"/>
              <a:t>ให้สามารถมองเห็นในมุมของงานที่ล่าช้ากว่าแผนที่กำหนดไว้ได้ด้วย , </a:t>
            </a:r>
            <a:r>
              <a:rPr lang="en-US" dirty="0"/>
              <a:t>Completed</a:t>
            </a:r>
            <a:r>
              <a:rPr lang="th-TH" dirty="0"/>
              <a:t> ทำจบแล้ว</a:t>
            </a:r>
            <a:r>
              <a:rPr lang="en-US" dirty="0"/>
              <a:t>, Hold</a:t>
            </a:r>
            <a:r>
              <a:rPr lang="th-TH" dirty="0"/>
              <a:t> ชะลอการทำไปก่อน ยังไม่รู้จะเริ่มได้เมื่อไหร่</a:t>
            </a:r>
            <a:r>
              <a:rPr lang="en-US" dirty="0"/>
              <a:t>, Cancelled</a:t>
            </a:r>
            <a:r>
              <a:rPr lang="th-TH" dirty="0"/>
              <a:t> ยกเลิกไม่ทำแล้ว</a:t>
            </a:r>
            <a:r>
              <a:rPr lang="en-US" dirty="0"/>
              <a:t> </a:t>
            </a:r>
            <a:r>
              <a:rPr lang="th-TH" dirty="0"/>
              <a:t>หรือไม่จำเป็นต้องทำ</a:t>
            </a:r>
            <a:endParaRPr lang="en-US" dirty="0"/>
          </a:p>
          <a:p>
            <a:r>
              <a:rPr lang="th-TH" dirty="0"/>
              <a:t>แต่ละกล่องของ </a:t>
            </a:r>
            <a:r>
              <a:rPr lang="en-US" dirty="0"/>
              <a:t>Status </a:t>
            </a:r>
            <a:r>
              <a:rPr lang="th-TH" dirty="0"/>
              <a:t>สามารถคลิกเพื่อแสดง </a:t>
            </a:r>
            <a:r>
              <a:rPr lang="en-US" dirty="0"/>
              <a:t>project </a:t>
            </a:r>
            <a:r>
              <a:rPr lang="th-TH" dirty="0"/>
              <a:t>ที่มีสถานะนั้นๆได้</a:t>
            </a:r>
            <a:br>
              <a:rPr lang="th-TH" dirty="0"/>
            </a:br>
            <a:r>
              <a:rPr lang="th-TH" dirty="0"/>
              <a:t>โดยที่จะเลือกหลายๆสถานะพร้อมๆกันก็ได้ ดังนั้น จะให้เป็น </a:t>
            </a:r>
            <a:r>
              <a:rPr lang="en-US" dirty="0"/>
              <a:t>Check Box </a:t>
            </a:r>
            <a:r>
              <a:rPr lang="th-TH" dirty="0"/>
              <a:t>ที่ให้ติ๊กเลือกแสดง</a:t>
            </a:r>
          </a:p>
        </p:txBody>
      </p:sp>
    </p:spTree>
    <p:extLst>
      <p:ext uri="{BB962C8B-B14F-4D97-AF65-F5344CB8AC3E}">
        <p14:creationId xmlns:p14="http://schemas.microsoft.com/office/powerpoint/2010/main" val="1834829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129CA1-6BA6-7DAA-468A-09FE8E36D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81736C-1945-E260-B63D-7CB79F0DA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5408"/>
            <a:ext cx="12192000" cy="62071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C42DBA-8B53-3F23-8ADF-1F3658C0E1E2}"/>
              </a:ext>
            </a:extLst>
          </p:cNvPr>
          <p:cNvSpPr txBox="1"/>
          <p:nvPr/>
        </p:nvSpPr>
        <p:spPr>
          <a:xfrm>
            <a:off x="6358378" y="1136600"/>
            <a:ext cx="215402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ไม่แสดงตัวอย่างข้อมูล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3EA5E9-997B-30C6-3450-F8E9523B4533}"/>
              </a:ext>
            </a:extLst>
          </p:cNvPr>
          <p:cNvSpPr txBox="1"/>
          <p:nvPr/>
        </p:nvSpPr>
        <p:spPr>
          <a:xfrm>
            <a:off x="7239786" y="3059667"/>
            <a:ext cx="3524840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อยากให้มี ใน </a:t>
            </a:r>
            <a:r>
              <a:rPr lang="en-US" dirty="0"/>
              <a:t>view </a:t>
            </a:r>
            <a:r>
              <a:rPr lang="th-TH" dirty="0"/>
              <a:t>ที่สามารถเลือก </a:t>
            </a:r>
            <a:r>
              <a:rPr lang="en-US" dirty="0"/>
              <a:t>check box </a:t>
            </a:r>
            <a:r>
              <a:rPr lang="th-TH" dirty="0"/>
              <a:t>ชื่อ </a:t>
            </a:r>
            <a:r>
              <a:rPr lang="en-US" dirty="0"/>
              <a:t>project </a:t>
            </a:r>
            <a:r>
              <a:rPr lang="th-TH" dirty="0"/>
              <a:t>ที่ต้องการดูได้หลายๆ </a:t>
            </a:r>
            <a:r>
              <a:rPr lang="en-US" dirty="0"/>
              <a:t>project </a:t>
            </a:r>
            <a:r>
              <a:rPr lang="th-TH" dirty="0"/>
              <a:t>ใน เดือนเดียวกัน จะได้เห็นงานซ้อนๆกันกรณีทำหลายงาน เพื่อวางแผนในการบริหารจัดการต่างๆได้</a:t>
            </a:r>
          </a:p>
        </p:txBody>
      </p:sp>
    </p:spTree>
    <p:extLst>
      <p:ext uri="{BB962C8B-B14F-4D97-AF65-F5344CB8AC3E}">
        <p14:creationId xmlns:p14="http://schemas.microsoft.com/office/powerpoint/2010/main" val="4195040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09608C-CC44-288D-F9B4-477D2743A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3D4E17-5596-35D6-BD8B-E2246EDAF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405"/>
            <a:ext cx="12192000" cy="63151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F8C0D7-4CB6-9FAB-0E1E-ED290DD93768}"/>
              </a:ext>
            </a:extLst>
          </p:cNvPr>
          <p:cNvSpPr txBox="1"/>
          <p:nvPr/>
        </p:nvSpPr>
        <p:spPr>
          <a:xfrm>
            <a:off x="7239786" y="3059667"/>
            <a:ext cx="3524840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การ </a:t>
            </a:r>
            <a:r>
              <a:rPr lang="en-US" dirty="0"/>
              <a:t>Create Task </a:t>
            </a:r>
            <a:r>
              <a:rPr lang="th-TH" dirty="0"/>
              <a:t>ใหม่ ไม่มีวันที่ </a:t>
            </a:r>
            <a:r>
              <a:rPr lang="en-US" dirty="0"/>
              <a:t>start  </a:t>
            </a:r>
            <a:r>
              <a:rPr lang="th-TH" dirty="0"/>
              <a:t>และ </a:t>
            </a:r>
            <a:r>
              <a:rPr lang="en-US" dirty="0"/>
              <a:t>finish </a:t>
            </a:r>
            <a:r>
              <a:rPr lang="th-TH" dirty="0"/>
              <a:t>ที่เป็นแผนงานจะทำการ </a:t>
            </a:r>
            <a:r>
              <a:rPr lang="en-US" dirty="0"/>
              <a:t>update plan </a:t>
            </a:r>
            <a:r>
              <a:rPr lang="th-TH" dirty="0"/>
              <a:t>และ </a:t>
            </a:r>
            <a:r>
              <a:rPr lang="en-US" dirty="0"/>
              <a:t>actual </a:t>
            </a:r>
            <a:r>
              <a:rPr lang="th-TH" dirty="0"/>
              <a:t>ของงานใน </a:t>
            </a:r>
            <a:r>
              <a:rPr lang="en-US" dirty="0"/>
              <a:t>task </a:t>
            </a:r>
            <a:r>
              <a:rPr lang="th-TH" dirty="0"/>
              <a:t>ได้อย่างไร</a:t>
            </a:r>
          </a:p>
        </p:txBody>
      </p:sp>
    </p:spTree>
    <p:extLst>
      <p:ext uri="{BB962C8B-B14F-4D97-AF65-F5344CB8AC3E}">
        <p14:creationId xmlns:p14="http://schemas.microsoft.com/office/powerpoint/2010/main" val="861259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BB9E43-A09B-11D9-778B-85F470AD8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5C9EE7-37A9-DBB5-3168-E3A81DB80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009" y="0"/>
            <a:ext cx="989398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9A5EC7-72B0-29B6-4F01-A0FBB88D3AB1}"/>
              </a:ext>
            </a:extLst>
          </p:cNvPr>
          <p:cNvSpPr txBox="1"/>
          <p:nvPr/>
        </p:nvSpPr>
        <p:spPr>
          <a:xfrm>
            <a:off x="6451861" y="3917506"/>
            <a:ext cx="352484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Update task </a:t>
            </a:r>
            <a:r>
              <a:rPr lang="th-TH" dirty="0"/>
              <a:t>ไม่มีให้เปลี่ยน</a:t>
            </a:r>
            <a:r>
              <a:rPr lang="en-US" dirty="0"/>
              <a:t> assignee </a:t>
            </a:r>
            <a:r>
              <a:rPr lang="th-TH" dirty="0"/>
              <a:t>และ </a:t>
            </a:r>
            <a:r>
              <a:rPr lang="en-US" dirty="0" err="1"/>
              <a:t>duedate</a:t>
            </a:r>
            <a:r>
              <a:rPr lang="en-US" dirty="0"/>
              <a:t> </a:t>
            </a:r>
            <a:r>
              <a:rPr lang="th-TH" dirty="0"/>
              <a:t>ซึ่งจริงๆ ควรจะเปลี่ยนแปลงได้</a:t>
            </a:r>
          </a:p>
        </p:txBody>
      </p:sp>
    </p:spTree>
    <p:extLst>
      <p:ext uri="{BB962C8B-B14F-4D97-AF65-F5344CB8AC3E}">
        <p14:creationId xmlns:p14="http://schemas.microsoft.com/office/powerpoint/2010/main" val="1682405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38956A-67A3-359C-DEBB-A1C781026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BF4C02-AF65-D20B-E69A-3AE3B7BB1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957"/>
            <a:ext cx="12192000" cy="67420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2A3C8B-7E54-4B55-7237-5B2C5DE2CBD6}"/>
              </a:ext>
            </a:extLst>
          </p:cNvPr>
          <p:cNvSpPr txBox="1"/>
          <p:nvPr/>
        </p:nvSpPr>
        <p:spPr>
          <a:xfrm>
            <a:off x="6451861" y="3917506"/>
            <a:ext cx="352484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Function forgot password </a:t>
            </a:r>
            <a:r>
              <a:rPr lang="th-TH" dirty="0"/>
              <a:t>และ</a:t>
            </a:r>
          </a:p>
          <a:p>
            <a:r>
              <a:rPr lang="en-US" dirty="0"/>
              <a:t>forgot pin </a:t>
            </a:r>
            <a:r>
              <a:rPr lang="th-TH" dirty="0"/>
              <a:t>ยังใช้ไม่ได้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2804806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FA01DB-0D14-CF32-7BDF-E1F5A608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E0821A-56BD-DC19-05A7-B030EC979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192"/>
            <a:ext cx="12192000" cy="62456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0A0822-1AC6-7C9E-8594-678C99CDCEB8}"/>
              </a:ext>
            </a:extLst>
          </p:cNvPr>
          <p:cNvSpPr txBox="1"/>
          <p:nvPr/>
        </p:nvSpPr>
        <p:spPr>
          <a:xfrm>
            <a:off x="305584" y="2908838"/>
            <a:ext cx="6048082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ต้องการให้มี </a:t>
            </a:r>
            <a:r>
              <a:rPr lang="en-US" dirty="0"/>
              <a:t>menu </a:t>
            </a:r>
            <a:r>
              <a:rPr lang="th-TH" dirty="0"/>
              <a:t>สำหรับ </a:t>
            </a:r>
            <a:r>
              <a:rPr lang="en-US" dirty="0"/>
              <a:t>setting</a:t>
            </a:r>
          </a:p>
          <a:p>
            <a:r>
              <a:rPr lang="th-TH" dirty="0"/>
              <a:t>มีการสร้างกลุ่ม </a:t>
            </a:r>
            <a:r>
              <a:rPr lang="en-US" dirty="0"/>
              <a:t>user</a:t>
            </a:r>
            <a:r>
              <a:rPr lang="th-TH" dirty="0"/>
              <a:t> ทำงาน  ในระบบ และจัด </a:t>
            </a:r>
            <a:r>
              <a:rPr lang="en-US" dirty="0"/>
              <a:t>member </a:t>
            </a:r>
            <a:r>
              <a:rPr lang="th-TH" dirty="0"/>
              <a:t>ลงในกลุ่มได้</a:t>
            </a:r>
          </a:p>
          <a:p>
            <a:r>
              <a:rPr lang="th-TH" dirty="0"/>
              <a:t>และจัด </a:t>
            </a:r>
            <a:r>
              <a:rPr lang="en-US" dirty="0"/>
              <a:t>project </a:t>
            </a:r>
            <a:r>
              <a:rPr lang="th-TH" dirty="0"/>
              <a:t>เข้าในกลุ่มได้ และจัด </a:t>
            </a:r>
            <a:r>
              <a:rPr lang="en-US" dirty="0"/>
              <a:t>member </a:t>
            </a:r>
            <a:r>
              <a:rPr lang="th-TH" dirty="0"/>
              <a:t>เข้าใน </a:t>
            </a:r>
            <a:r>
              <a:rPr lang="en-US" dirty="0"/>
              <a:t>project </a:t>
            </a:r>
            <a:r>
              <a:rPr lang="th-TH" dirty="0"/>
              <a:t>ได้ด้วย โดยลักษณะเป็น </a:t>
            </a:r>
            <a:r>
              <a:rPr lang="en-US" dirty="0"/>
              <a:t>tag</a:t>
            </a:r>
            <a:r>
              <a:rPr lang="th-TH" dirty="0"/>
              <a:t> ก็ได้  เช่น </a:t>
            </a:r>
            <a:r>
              <a:rPr lang="en-US" dirty="0"/>
              <a:t>project </a:t>
            </a:r>
            <a:r>
              <a:rPr lang="th-TH" dirty="0"/>
              <a:t>นึงมีได้มากกว่า </a:t>
            </a:r>
            <a:r>
              <a:rPr lang="en-US" dirty="0"/>
              <a:t>1 </a:t>
            </a:r>
            <a:r>
              <a:rPr lang="th-TH" dirty="0"/>
              <a:t>กลุ่ม</a:t>
            </a:r>
          </a:p>
          <a:p>
            <a:r>
              <a:rPr lang="th-TH" dirty="0"/>
              <a:t>ให้มีการจัดกลุ่มของ </a:t>
            </a:r>
            <a:r>
              <a:rPr lang="en-US" dirty="0"/>
              <a:t>project </a:t>
            </a:r>
            <a:r>
              <a:rPr lang="th-TH" dirty="0"/>
              <a:t>เช่น เป็น ของกลุ่ม </a:t>
            </a:r>
            <a:r>
              <a:rPr lang="en-US" dirty="0"/>
              <a:t>sena idea, </a:t>
            </a:r>
            <a:r>
              <a:rPr lang="th-TH" dirty="0"/>
              <a:t>กลุ่ม </a:t>
            </a:r>
            <a:r>
              <a:rPr lang="en-US" dirty="0" err="1"/>
              <a:t>cms</a:t>
            </a:r>
            <a:r>
              <a:rPr lang="en-US" dirty="0"/>
              <a:t> </a:t>
            </a:r>
            <a:r>
              <a:rPr lang="th-TH" dirty="0"/>
              <a:t>พจมาน, กลุ่ม </a:t>
            </a:r>
            <a:r>
              <a:rPr lang="en-US" dirty="0"/>
              <a:t>Web Application </a:t>
            </a:r>
            <a:r>
              <a:rPr lang="th-TH" dirty="0"/>
              <a:t>เป็นต้น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92AE58-673B-D8F7-CBC2-FD24C36F6210}"/>
              </a:ext>
            </a:extLst>
          </p:cNvPr>
          <p:cNvSpPr txBox="1"/>
          <p:nvPr/>
        </p:nvSpPr>
        <p:spPr>
          <a:xfrm>
            <a:off x="373143" y="5168669"/>
            <a:ext cx="604808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อยากให้ระบบรองรับการ </a:t>
            </a:r>
            <a:r>
              <a:rPr lang="en-US" dirty="0"/>
              <a:t>export excel </a:t>
            </a:r>
            <a:r>
              <a:rPr lang="th-TH" dirty="0"/>
              <a:t>และ </a:t>
            </a:r>
            <a:r>
              <a:rPr lang="en-US" dirty="0"/>
              <a:t>save as pdf</a:t>
            </a:r>
          </a:p>
          <a:p>
            <a:r>
              <a:rPr lang="th-TH" dirty="0"/>
              <a:t>สามารถ </a:t>
            </a:r>
            <a:r>
              <a:rPr lang="en-US" dirty="0"/>
              <a:t>export </a:t>
            </a:r>
            <a:r>
              <a:rPr lang="th-TH" dirty="0"/>
              <a:t>ข้อมูลออกเป็น </a:t>
            </a:r>
            <a:r>
              <a:rPr lang="en-US" dirty="0"/>
              <a:t>excel </a:t>
            </a:r>
            <a:r>
              <a:rPr lang="th-TH" dirty="0"/>
              <a:t>เพื่อไป </a:t>
            </a:r>
            <a:r>
              <a:rPr lang="en-US" dirty="0"/>
              <a:t>filter </a:t>
            </a:r>
            <a:r>
              <a:rPr lang="th-TH" dirty="0"/>
              <a:t>ต่อได้</a:t>
            </a:r>
          </a:p>
          <a:p>
            <a:r>
              <a:rPr lang="th-TH" dirty="0"/>
              <a:t>สามารถ </a:t>
            </a:r>
            <a:r>
              <a:rPr lang="en-US" dirty="0"/>
              <a:t>save </a:t>
            </a:r>
            <a:r>
              <a:rPr lang="th-TH" dirty="0"/>
              <a:t>ข้อมูลเป็น </a:t>
            </a:r>
            <a:r>
              <a:rPr lang="en-US" dirty="0"/>
              <a:t>pdf </a:t>
            </a:r>
            <a:r>
              <a:rPr lang="th-TH" dirty="0"/>
              <a:t>เพื่อไปใช้งานภายหลัง </a:t>
            </a:r>
            <a:r>
              <a:rPr lang="en-US" dirty="0"/>
              <a:t>front </a:t>
            </a:r>
            <a:r>
              <a:rPr lang="th-TH" dirty="0"/>
              <a:t>จะได้ไม่เสียหาย</a:t>
            </a:r>
          </a:p>
        </p:txBody>
      </p:sp>
    </p:spTree>
    <p:extLst>
      <p:ext uri="{BB962C8B-B14F-4D97-AF65-F5344CB8AC3E}">
        <p14:creationId xmlns:p14="http://schemas.microsoft.com/office/powerpoint/2010/main" val="1987667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B128-9517-6C25-3B64-A87CC11D7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E24DA7-208C-026A-FE67-0F5320899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1490662"/>
            <a:ext cx="9382125" cy="38766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1F2907-A5CD-F2B1-1272-A50E9330D6E9}"/>
              </a:ext>
            </a:extLst>
          </p:cNvPr>
          <p:cNvSpPr txBox="1"/>
          <p:nvPr/>
        </p:nvSpPr>
        <p:spPr>
          <a:xfrm>
            <a:off x="6451861" y="3917506"/>
            <a:ext cx="352484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Failed </a:t>
            </a:r>
            <a:r>
              <a:rPr lang="th-TH" dirty="0"/>
              <a:t>อาจจะเกิดจากการกด รัวๆ เกินไป</a:t>
            </a:r>
          </a:p>
        </p:txBody>
      </p:sp>
    </p:spTree>
    <p:extLst>
      <p:ext uri="{BB962C8B-B14F-4D97-AF65-F5344CB8AC3E}">
        <p14:creationId xmlns:p14="http://schemas.microsoft.com/office/powerpoint/2010/main" val="1524688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3684A1-4809-92AD-BABC-A611367ED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3CA673-442F-C547-E2E0-D4D928B7E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9525"/>
            <a:ext cx="12192000" cy="62389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1EFDC2-6828-D07E-694B-265BE1419D04}"/>
              </a:ext>
            </a:extLst>
          </p:cNvPr>
          <p:cNvSpPr txBox="1"/>
          <p:nvPr/>
        </p:nvSpPr>
        <p:spPr>
          <a:xfrm>
            <a:off x="4830450" y="4464261"/>
            <a:ext cx="6104643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การสร้าง </a:t>
            </a:r>
            <a:r>
              <a:rPr lang="en-US" dirty="0"/>
              <a:t>task </a:t>
            </a:r>
            <a:r>
              <a:rPr lang="th-TH" dirty="0"/>
              <a:t> จะ </a:t>
            </a:r>
            <a:r>
              <a:rPr lang="en-US" dirty="0"/>
              <a:t>default </a:t>
            </a:r>
            <a:r>
              <a:rPr lang="th-TH" dirty="0"/>
              <a:t>เฉพาะ </a:t>
            </a:r>
            <a:r>
              <a:rPr lang="en-US" dirty="0"/>
              <a:t>Toto </a:t>
            </a:r>
            <a:r>
              <a:rPr lang="th-TH" dirty="0"/>
              <a:t>ไม่สามารถสร้าง </a:t>
            </a:r>
            <a:r>
              <a:rPr lang="en-US" dirty="0"/>
              <a:t>task </a:t>
            </a:r>
            <a:r>
              <a:rPr lang="th-TH" dirty="0"/>
              <a:t>ที่เป็นสถานะอื่นๆ</a:t>
            </a:r>
          </a:p>
          <a:p>
            <a:endParaRPr lang="th-TH" dirty="0"/>
          </a:p>
          <a:p>
            <a:endParaRPr lang="th-TH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806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93D00E-7168-0EF1-7611-D1220A287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659F6-1E2E-4826-AC57-817892744F0B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2DF97-E434-02CA-CE7A-1F4A27B23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831" y="0"/>
            <a:ext cx="7878337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8492AD-EBC0-5A97-9F8A-39639EBED02A}"/>
              </a:ext>
            </a:extLst>
          </p:cNvPr>
          <p:cNvSpPr txBox="1"/>
          <p:nvPr/>
        </p:nvSpPr>
        <p:spPr>
          <a:xfrm>
            <a:off x="4830450" y="4464261"/>
            <a:ext cx="6104643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th-TH" dirty="0"/>
              <a:t>ใน </a:t>
            </a:r>
            <a:r>
              <a:rPr lang="en-US" dirty="0"/>
              <a:t>Notes </a:t>
            </a:r>
            <a:r>
              <a:rPr lang="th-TH" dirty="0"/>
              <a:t>การ </a:t>
            </a:r>
            <a:r>
              <a:rPr lang="en-US" dirty="0"/>
              <a:t>add detail </a:t>
            </a:r>
            <a:r>
              <a:rPr lang="th-TH" dirty="0"/>
              <a:t>ไม่สามารถใส่ภาพ หรือแนบรูปประกอบได้</a:t>
            </a:r>
          </a:p>
          <a:p>
            <a:endParaRPr lang="th-TH" dirty="0"/>
          </a:p>
          <a:p>
            <a:r>
              <a:rPr lang="th-TH" dirty="0"/>
              <a:t>อยากให้สามารถแนบภาพประกอบได้ด้วยครับ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306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2851</TotalTime>
  <Words>676</Words>
  <Application>Microsoft Office PowerPoint</Application>
  <PresentationFormat>Widescreen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Ohm Adinun Sena</dc:creator>
  <cp:lastModifiedBy>Ohm Adinun Sena</cp:lastModifiedBy>
  <cp:revision>1</cp:revision>
  <dcterms:created xsi:type="dcterms:W3CDTF">2026-01-27T08:24:20Z</dcterms:created>
  <dcterms:modified xsi:type="dcterms:W3CDTF">2026-01-29T07:55:38Z</dcterms:modified>
</cp:coreProperties>
</file>