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57" r:id="rId3"/>
    <p:sldId id="258" r:id="rId4"/>
    <p:sldId id="262" r:id="rId5"/>
    <p:sldId id="260" r:id="rId6"/>
    <p:sldId id="261" r:id="rId7"/>
    <p:sldId id="263" r:id="rId8"/>
    <p:sldId id="269" r:id="rId9"/>
    <p:sldId id="264" r:id="rId10"/>
    <p:sldId id="266" r:id="rId11"/>
    <p:sldId id="267" r:id="rId12"/>
    <p:sldId id="268" r:id="rId13"/>
    <p:sldId id="270" r:id="rId14"/>
    <p:sldId id="26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3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F6563-1323-405D-BCD8-8C0EAB71C468}" type="datetimeFigureOut">
              <a:rPr lang="en-US" smtClean="0"/>
              <a:t>31-Mar-26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47B6B-3702-4C0B-916C-3759D2F5B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2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5945-8A9E-7D83-6CC8-CF25EC7D6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04986-76EB-2137-3D1B-BF8A9D8AF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FCAF-EFFA-01CB-C2B5-D6AF4C93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3F2A-8467-4963-A2D9-FDC7E70AEF8B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659E6-2F92-5ECE-1EA8-773A7218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15BB-AA2F-B536-0902-7C1EAC84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0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96B0-382D-F6A4-800A-9BA8F13B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0E76-FF1C-AF2C-0337-E63F5EE1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C4CE-A626-8FAB-5107-48D4085F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A8B6-BF81-448E-80DA-0AFB28F28AA3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35AEF-2FD4-4736-200B-DFFEC172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92B1-7165-C560-253D-AD1B8059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1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FD96-B472-B8CA-97B0-7F94CC38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8E6C4-92A6-B7E5-8ED8-157B6A25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ABE8-200A-3DCB-81F8-8DE38E76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24BA-359E-4E81-A121-CE89F0E8DBB4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A1C5F-6227-2D57-F61C-13204D28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3A65-71E5-7C23-2CF8-E5D7F375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4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B453-8430-B95E-0BD8-2552876F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AE6F-2725-15AB-378B-E09B7817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65CC9-5110-D946-7395-FEEFAB0C8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0DC04-20E0-2184-DB8F-5567749F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6AE-D7F5-4C6B-BA5D-75BA5BD1960E}" type="datetime1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ED455-3937-3DD3-4886-157F5C1C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4714-3D45-44F2-7668-06EB1A9C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3525-4C43-12F3-66A8-95A87B3A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6098E-1711-5A98-1E5D-13ADD68ED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55671-1EC4-373C-AA12-FA1A591C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AB457-2B08-A7E5-1E32-6B008027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04CA1-B892-2FE6-3EF0-B36D02947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45562-2983-CDCC-07F9-A527859E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504-E81D-4CE6-BBB6-4FE22CC5EEA5}" type="datetime1">
              <a:rPr lang="en-US" smtClean="0"/>
              <a:t>31-Mar-26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D9F82-EC18-004F-05F1-7B64DEBF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20944-A4C2-51CF-8306-CC8B8FA0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DACD-C24B-BDA2-2010-4B0AB406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C304C-2468-26E1-535D-75D9BA6C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2D84-B104-491A-999D-CFEEC29EAA10}" type="datetime1">
              <a:rPr lang="en-US" smtClean="0"/>
              <a:t>31-Mar-26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FC222-5B3E-87FF-D5F0-0E6CE2A0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C24C0-AD7B-DFEE-A887-780BACC8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5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C68BF-BDD9-B526-8033-3DBDBD4A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0AE3-70B1-483D-B636-1A39179188BE}" type="datetime1">
              <a:rPr lang="en-US" smtClean="0"/>
              <a:t>31-Mar-26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FCBDB-0C5C-D068-8598-2C7ABA78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1A01-A705-03C2-117F-4FCBD162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3A1C-AFDF-565A-F011-FB47AD72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AD35-DB2A-936E-8022-DC5693AE9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8C48A-F893-BCBA-697C-427BAB928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D313F-374A-F953-61E3-3795466C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3CB-E3CB-41D5-81CF-51A655E49C9E}" type="datetime1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22FBE-9D21-F2C6-B23D-3E8C4BC3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1E407-8291-3886-3EE3-B713F35B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0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2D17-6FAB-A252-A70B-3D9AD974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3F002-3722-7C6D-14CA-437E9D72A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C2FA6-53AA-1D5D-1C54-0090E9123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F403-CC73-2BF6-6ED9-EFC65057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2064-43D5-4EBF-A5E2-63284E2DFDFF}" type="datetime1">
              <a:rPr lang="en-US" smtClean="0"/>
              <a:t>31-Mar-26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20625-1E0E-E682-9562-63CEAF7E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D1470-9FD0-5198-7B64-7453C2DC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2077-FC24-BF1A-240A-D0A29685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CFC10-CADA-C4E7-4008-81885687F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40738-97B7-76EB-BB33-E872E5E0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82D2-2A28-460D-B238-61AC1B33E145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4E9D-4FCF-29E9-7F2A-C087452C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EF9D-493B-74C0-3AF6-A6DCA590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E0A57-FF10-3E06-2268-A68B04995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6682D-2239-8660-37AE-2E7CDD0E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1574-0E56-2709-27F3-3BB1E399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E5EF-4167-4CFD-B1F9-A7F65ED4F4C9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A28C1-313D-E0EC-AFEF-3A8004A2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9529A-494E-3F6D-2FDF-6C3DAED3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75C55-D239-CAC5-61A5-8873AD2E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3A1A6-AB6E-32A2-BFA1-03FC6435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18CE-57C3-673C-FC57-8AC064D22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EA72A-EFDE-4194-BD73-FC8F1A934108}" type="datetime1">
              <a:rPr lang="en-US" smtClean="0"/>
              <a:t>31-Mar-26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2AAC-7751-2B7A-CC75-AFF92A88C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D3FD-77A2-BBCD-B9F8-4E5515586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EBB982-03A7-A0CD-7DCA-D38917108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54" y="2184176"/>
            <a:ext cx="4106567" cy="40851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18AE77-41F5-DC74-780B-45B8ED3C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72539-8B8B-84BB-35D6-DDAE21B89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13" y="5498300"/>
            <a:ext cx="4511487" cy="1136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3D1F5-3C42-14C8-CAF2-DDC4E3562DCF}"/>
              </a:ext>
            </a:extLst>
          </p:cNvPr>
          <p:cNvSpPr txBox="1"/>
          <p:nvPr/>
        </p:nvSpPr>
        <p:spPr>
          <a:xfrm>
            <a:off x="4599224" y="3684280"/>
            <a:ext cx="6543906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 Function Forgot password </a:t>
            </a:r>
            <a:r>
              <a:rPr lang="th-TH" dirty="0"/>
              <a:t>ถ้ายังใช้ไม่ได้ ก็ไม่ต้องใส่มาครับ</a:t>
            </a:r>
          </a:p>
          <a:p>
            <a:r>
              <a:rPr lang="th-TH" dirty="0"/>
              <a:t>ซึ่งถ้าจะใช้งานได้ ให้มีการ ส่ง</a:t>
            </a:r>
            <a:r>
              <a:rPr lang="en-US" dirty="0"/>
              <a:t> mail</a:t>
            </a:r>
            <a:r>
              <a:rPr lang="th-TH" dirty="0"/>
              <a:t> เข้าที่ </a:t>
            </a:r>
            <a:r>
              <a:rPr lang="en-US" dirty="0"/>
              <a:t>Email </a:t>
            </a:r>
            <a:r>
              <a:rPr lang="th-TH" dirty="0"/>
              <a:t>ของ </a:t>
            </a:r>
            <a:r>
              <a:rPr lang="en-US" dirty="0"/>
              <a:t>user </a:t>
            </a:r>
            <a:r>
              <a:rPr lang="th-TH" dirty="0"/>
              <a:t>ที่ระบุ</a:t>
            </a:r>
            <a:r>
              <a:rPr lang="en-US" dirty="0"/>
              <a:t> </a:t>
            </a:r>
            <a:r>
              <a:rPr lang="th-TH" dirty="0"/>
              <a:t>เพื่อให้ตั้ง </a:t>
            </a:r>
            <a:r>
              <a:rPr lang="en-US" dirty="0"/>
              <a:t>password </a:t>
            </a:r>
            <a:r>
              <a:rPr lang="th-TH" dirty="0"/>
              <a:t>ใหม่</a:t>
            </a:r>
          </a:p>
          <a:p>
            <a:r>
              <a:rPr lang="th-TH" dirty="0"/>
              <a:t>ขณะนี้ กดที่</a:t>
            </a:r>
            <a:r>
              <a:rPr lang="en-US" dirty="0"/>
              <a:t> Forgot Password</a:t>
            </a:r>
            <a:r>
              <a:rPr lang="th-TH" dirty="0"/>
              <a:t>? แล้วพบ </a:t>
            </a:r>
            <a:r>
              <a:rPr lang="en-US" dirty="0"/>
              <a:t>404 Not Found</a:t>
            </a:r>
            <a:endParaRPr lang="th-T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8DCAAB-1D14-A507-357C-4E6B8F0E6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88" y="461401"/>
            <a:ext cx="4905375" cy="2038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1EFC6A-7BD2-2990-6581-C4F1BC35C463}"/>
              </a:ext>
            </a:extLst>
          </p:cNvPr>
          <p:cNvSpPr txBox="1"/>
          <p:nvPr/>
        </p:nvSpPr>
        <p:spPr>
          <a:xfrm>
            <a:off x="3885189" y="223595"/>
            <a:ext cx="566222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th-TH" dirty="0"/>
              <a:t>เปลี่ยน</a:t>
            </a:r>
            <a:r>
              <a:rPr lang="en-US" dirty="0"/>
              <a:t> Title </a:t>
            </a:r>
            <a:r>
              <a:rPr lang="th-TH" dirty="0"/>
              <a:t>แก้ไขจาก </a:t>
            </a:r>
            <a:r>
              <a:rPr lang="en-US" dirty="0"/>
              <a:t>Frontend </a:t>
            </a:r>
            <a:r>
              <a:rPr lang="th-TH" dirty="0"/>
              <a:t>ให้เป็นชื่อ </a:t>
            </a:r>
            <a:r>
              <a:rPr lang="en-US" dirty="0"/>
              <a:t>IT Project System</a:t>
            </a:r>
          </a:p>
          <a:p>
            <a:endParaRPr lang="th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0BAE2-0806-C854-6832-6765B01DCCAF}"/>
              </a:ext>
            </a:extLst>
          </p:cNvPr>
          <p:cNvSpPr txBox="1"/>
          <p:nvPr/>
        </p:nvSpPr>
        <p:spPr>
          <a:xfrm>
            <a:off x="577213" y="2703990"/>
            <a:ext cx="205841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หน้า </a:t>
            </a:r>
            <a:r>
              <a:rPr lang="en-US" dirty="0"/>
              <a:t>Login web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546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2FC23C-57EC-8012-26AC-0FAF0170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79"/>
            <a:ext cx="12192000" cy="66074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234E52-02D9-CA9D-45FC-FC50C302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AA212-968E-3021-1DD7-453CA348F7CB}"/>
              </a:ext>
            </a:extLst>
          </p:cNvPr>
          <p:cNvSpPr txBox="1"/>
          <p:nvPr/>
        </p:nvSpPr>
        <p:spPr>
          <a:xfrm>
            <a:off x="986666" y="1505142"/>
            <a:ext cx="5109334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ทุกคนเห็นหน้า </a:t>
            </a:r>
            <a:r>
              <a:rPr lang="en-US" dirty="0"/>
              <a:t>Dashboard </a:t>
            </a:r>
            <a:r>
              <a:rPr lang="th-TH" dirty="0"/>
              <a:t>จำนวน </a:t>
            </a:r>
            <a:r>
              <a:rPr lang="en-US" dirty="0"/>
              <a:t>Project </a:t>
            </a:r>
            <a:r>
              <a:rPr lang="th-TH" dirty="0"/>
              <a:t>เท่ากันหมด</a:t>
            </a:r>
            <a:endParaRPr lang="en-US" dirty="0"/>
          </a:p>
          <a:p>
            <a:r>
              <a:rPr lang="th-TH" dirty="0"/>
              <a:t> จะต้อง ตรวจสอบระบบ</a:t>
            </a:r>
            <a:r>
              <a:rPr lang="en-US" dirty="0"/>
              <a:t> </a:t>
            </a:r>
            <a:r>
              <a:rPr lang="th-TH" dirty="0"/>
              <a:t>เรื่อง </a:t>
            </a:r>
            <a:r>
              <a:rPr lang="en-US" dirty="0"/>
              <a:t>Role Admin, Member </a:t>
            </a:r>
            <a:r>
              <a:rPr lang="th-TH" dirty="0"/>
              <a:t>ใหม่</a:t>
            </a:r>
            <a:r>
              <a:rPr lang="en-US" dirty="0"/>
              <a:t> </a:t>
            </a:r>
            <a:r>
              <a:rPr lang="th-TH" dirty="0"/>
              <a:t>ให้เห็นตามสิทธิ์ของตัวเองเท่านั้น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1206B-865F-8223-547C-744F4A3929BD}"/>
              </a:ext>
            </a:extLst>
          </p:cNvPr>
          <p:cNvSpPr txBox="1"/>
          <p:nvPr/>
        </p:nvSpPr>
        <p:spPr>
          <a:xfrm>
            <a:off x="748827" y="1190605"/>
            <a:ext cx="19268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เปลี่ยนเป็น </a:t>
            </a:r>
            <a:r>
              <a:rPr lang="en-US" dirty="0"/>
              <a:t>logo </a:t>
            </a:r>
            <a:r>
              <a:rPr lang="th-TH" dirty="0"/>
              <a:t>เสนา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AC31D-0D02-FF0D-49EE-484A00A0A063}"/>
              </a:ext>
            </a:extLst>
          </p:cNvPr>
          <p:cNvSpPr txBox="1"/>
          <p:nvPr/>
        </p:nvSpPr>
        <p:spPr>
          <a:xfrm>
            <a:off x="128977" y="3924938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Dashboard</a:t>
            </a:r>
          </a:p>
          <a:p>
            <a:endParaRPr lang="th-TH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0653F-C8F5-AF65-7C0C-EEB519826493}"/>
              </a:ext>
            </a:extLst>
          </p:cNvPr>
          <p:cNvSpPr txBox="1"/>
          <p:nvPr/>
        </p:nvSpPr>
        <p:spPr>
          <a:xfrm>
            <a:off x="2501152" y="174942"/>
            <a:ext cx="285077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เปลี่ยน คำว่า </a:t>
            </a:r>
            <a:r>
              <a:rPr lang="en-US" dirty="0"/>
              <a:t>Welcome back </a:t>
            </a:r>
            <a:r>
              <a:rPr lang="th-TH" dirty="0"/>
              <a:t>เป็นคำว่า </a:t>
            </a:r>
            <a:r>
              <a:rPr lang="en-US" dirty="0"/>
              <a:t>Dashboard</a:t>
            </a:r>
            <a:endParaRPr lang="th-T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A9D894-F735-80FF-F736-5BDF9E987EE1}"/>
              </a:ext>
            </a:extLst>
          </p:cNvPr>
          <p:cNvSpPr/>
          <p:nvPr/>
        </p:nvSpPr>
        <p:spPr>
          <a:xfrm>
            <a:off x="1783976" y="821273"/>
            <a:ext cx="205346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9A9DDAD-957D-0AE6-0760-FD9FC8498EB9}"/>
              </a:ext>
            </a:extLst>
          </p:cNvPr>
          <p:cNvSpPr/>
          <p:nvPr/>
        </p:nvSpPr>
        <p:spPr>
          <a:xfrm rot="13417512">
            <a:off x="269490" y="959224"/>
            <a:ext cx="615269" cy="2313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79E8B-051B-C88E-578E-466497D418AF}"/>
              </a:ext>
            </a:extLst>
          </p:cNvPr>
          <p:cNvSpPr txBox="1"/>
          <p:nvPr/>
        </p:nvSpPr>
        <p:spPr>
          <a:xfrm>
            <a:off x="5169887" y="4855708"/>
            <a:ext cx="4144441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ส่วนของ </a:t>
            </a:r>
            <a:r>
              <a:rPr lang="en-US" sz="1600" dirty="0"/>
              <a:t>Quick Access </a:t>
            </a:r>
            <a:r>
              <a:rPr lang="th-TH" sz="1600" dirty="0"/>
              <a:t>ล้นจอไปทางขวาขอปรับโยกลงมาอยู่ด้านล่าง ต่อจาก </a:t>
            </a:r>
            <a:r>
              <a:rPr lang="en-US" sz="1600" dirty="0"/>
              <a:t>Recent Projects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D2C3B-6470-1A0D-A012-7A4DA6D55866}"/>
              </a:ext>
            </a:extLst>
          </p:cNvPr>
          <p:cNvSpPr/>
          <p:nvPr/>
        </p:nvSpPr>
        <p:spPr>
          <a:xfrm>
            <a:off x="9797327" y="2490694"/>
            <a:ext cx="2053467" cy="2538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2F30A2-7809-9EB2-AE1B-DFA728DAA592}"/>
              </a:ext>
            </a:extLst>
          </p:cNvPr>
          <p:cNvSpPr txBox="1"/>
          <p:nvPr/>
        </p:nvSpPr>
        <p:spPr>
          <a:xfrm>
            <a:off x="5259534" y="5606029"/>
            <a:ext cx="4144441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ส่วนของ </a:t>
            </a:r>
            <a:r>
              <a:rPr lang="en-US" sz="1600" dirty="0"/>
              <a:t>Team Activity </a:t>
            </a:r>
            <a:r>
              <a:rPr lang="th-TH" sz="1600" dirty="0"/>
              <a:t>ล้นจอไปทางขวาขอปรับโยกลงมาอยู่ด้านล่าง ต่อจาก </a:t>
            </a:r>
            <a:r>
              <a:rPr lang="en-US" sz="1600" dirty="0"/>
              <a:t>My </a:t>
            </a:r>
            <a:r>
              <a:rPr lang="en-US" sz="1600" dirty="0" err="1"/>
              <a:t>ActiveTasks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1163D2-3712-79CA-3B04-F499AE874C4A}"/>
              </a:ext>
            </a:extLst>
          </p:cNvPr>
          <p:cNvSpPr/>
          <p:nvPr/>
        </p:nvSpPr>
        <p:spPr>
          <a:xfrm>
            <a:off x="9797326" y="5148095"/>
            <a:ext cx="2053467" cy="1084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6AEB13B-DDDE-8C84-2D51-FE190FE3A57F}"/>
              </a:ext>
            </a:extLst>
          </p:cNvPr>
          <p:cNvSpPr/>
          <p:nvPr/>
        </p:nvSpPr>
        <p:spPr>
          <a:xfrm rot="7746940">
            <a:off x="9290539" y="5032404"/>
            <a:ext cx="615269" cy="2313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725DDE5-AFA7-B201-E3E9-2C38006B1B4A}"/>
              </a:ext>
            </a:extLst>
          </p:cNvPr>
          <p:cNvSpPr/>
          <p:nvPr/>
        </p:nvSpPr>
        <p:spPr>
          <a:xfrm rot="7746940">
            <a:off x="9296752" y="6094399"/>
            <a:ext cx="615269" cy="2313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0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90901-8F14-9212-59E2-79B5C862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763989-7B6C-3AC7-8929-AD15EB00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79"/>
            <a:ext cx="12192000" cy="6607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309D44-1480-C12A-2A5B-11053DE92B44}"/>
              </a:ext>
            </a:extLst>
          </p:cNvPr>
          <p:cNvSpPr txBox="1"/>
          <p:nvPr/>
        </p:nvSpPr>
        <p:spPr>
          <a:xfrm>
            <a:off x="128977" y="3924938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Dashboard</a:t>
            </a:r>
          </a:p>
          <a:p>
            <a:endParaRPr lang="th-TH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87C1D-38B0-A5F5-9210-0A01FB0429D2}"/>
              </a:ext>
            </a:extLst>
          </p:cNvPr>
          <p:cNvSpPr txBox="1"/>
          <p:nvPr/>
        </p:nvSpPr>
        <p:spPr>
          <a:xfrm>
            <a:off x="1797697" y="1477475"/>
            <a:ext cx="200333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ใส่เป็นคำว่า </a:t>
            </a:r>
            <a:r>
              <a:rPr lang="en-US" dirty="0"/>
              <a:t>IT Overall</a:t>
            </a:r>
            <a:endParaRPr lang="th-T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A17B36-C610-E8AC-2DB6-43C18B972242}"/>
              </a:ext>
            </a:extLst>
          </p:cNvPr>
          <p:cNvCxnSpPr/>
          <p:nvPr/>
        </p:nvCxnSpPr>
        <p:spPr>
          <a:xfrm>
            <a:off x="4195482" y="2321859"/>
            <a:ext cx="7458636" cy="0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DCD65A-B12B-D533-7CCF-48CBA29A457B}"/>
              </a:ext>
            </a:extLst>
          </p:cNvPr>
          <p:cNvSpPr txBox="1"/>
          <p:nvPr/>
        </p:nvSpPr>
        <p:spPr>
          <a:xfrm>
            <a:off x="6538668" y="2147111"/>
            <a:ext cx="200333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th-TH" dirty="0"/>
              <a:t>กล่องนี้ ไม่ต้องใส่สี  ให้เป็นแบบเดียวกันกับตัวด้านหน้า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30CCD-307C-68CB-FB4B-C7F2C78D61BD}"/>
              </a:ext>
            </a:extLst>
          </p:cNvPr>
          <p:cNvSpPr txBox="1"/>
          <p:nvPr/>
        </p:nvSpPr>
        <p:spPr>
          <a:xfrm>
            <a:off x="0" y="1998674"/>
            <a:ext cx="2003338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ต้องสามารถกด ย่อ  </a:t>
            </a:r>
            <a:r>
              <a:rPr lang="en-US" dirty="0"/>
              <a:t>&lt;&lt; </a:t>
            </a:r>
            <a:r>
              <a:rPr lang="th-TH" dirty="0"/>
              <a:t>หรือ ขยาย </a:t>
            </a:r>
            <a:r>
              <a:rPr lang="en-US" dirty="0"/>
              <a:t>&gt;&gt; </a:t>
            </a:r>
            <a:r>
              <a:rPr lang="th-TH" dirty="0"/>
              <a:t>เมนูในกรอบสีดำได้</a:t>
            </a:r>
          </a:p>
          <a:p>
            <a:r>
              <a:rPr lang="th-TH" dirty="0"/>
              <a:t>เมื่อกดย่อ จะแสดงผลส่วนอื่นได้มากขึ้น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F6B64-DEC7-6761-9574-A7E7DA437B88}"/>
              </a:ext>
            </a:extLst>
          </p:cNvPr>
          <p:cNvSpPr txBox="1"/>
          <p:nvPr/>
        </p:nvSpPr>
        <p:spPr>
          <a:xfrm>
            <a:off x="8390967" y="854237"/>
            <a:ext cx="326315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เปลี่ยน </a:t>
            </a:r>
            <a:r>
              <a:rPr lang="en-US" dirty="0"/>
              <a:t>label </a:t>
            </a:r>
            <a:r>
              <a:rPr lang="th-TH" dirty="0"/>
              <a:t>เป็น </a:t>
            </a:r>
            <a:r>
              <a:rPr lang="en-US" dirty="0"/>
              <a:t>View My Projects</a:t>
            </a:r>
            <a:endParaRPr lang="th-T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6F7BF-1816-A0C6-2568-2A6543467465}"/>
              </a:ext>
            </a:extLst>
          </p:cNvPr>
          <p:cNvSpPr/>
          <p:nvPr/>
        </p:nvSpPr>
        <p:spPr>
          <a:xfrm>
            <a:off x="10775576" y="1108143"/>
            <a:ext cx="13004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9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27C81D-B8A2-9B64-24F2-365FBC15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ABDE8-7876-E8EF-48D8-3A7A48B8B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169"/>
            <a:ext cx="12192000" cy="6359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0F9A50-F5DC-8BCA-DDFB-98AE8A23C8D8}"/>
              </a:ext>
            </a:extLst>
          </p:cNvPr>
          <p:cNvSpPr txBox="1"/>
          <p:nvPr/>
        </p:nvSpPr>
        <p:spPr>
          <a:xfrm>
            <a:off x="0" y="4122162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Projects</a:t>
            </a:r>
          </a:p>
          <a:p>
            <a:endParaRPr lang="th-TH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66F39-FBF5-4AB9-8CCE-32D611C12F1F}"/>
              </a:ext>
            </a:extLst>
          </p:cNvPr>
          <p:cNvSpPr txBox="1"/>
          <p:nvPr/>
        </p:nvSpPr>
        <p:spPr>
          <a:xfrm>
            <a:off x="7019364" y="3889080"/>
            <a:ext cx="3854823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เปลี่ยน แถบสีของ </a:t>
            </a:r>
            <a:r>
              <a:rPr lang="en-US" sz="1600" dirty="0"/>
              <a:t>plan </a:t>
            </a:r>
            <a:r>
              <a:rPr lang="th-TH" sz="1600" dirty="0"/>
              <a:t>ให้เป็นแบบเดียวตาม </a:t>
            </a:r>
            <a:r>
              <a:rPr lang="en-US" sz="1600" dirty="0"/>
              <a:t>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6904C-B253-4ECF-3A33-3CB09B88A538}"/>
              </a:ext>
            </a:extLst>
          </p:cNvPr>
          <p:cNvSpPr/>
          <p:nvPr/>
        </p:nvSpPr>
        <p:spPr>
          <a:xfrm>
            <a:off x="4464424" y="2788024"/>
            <a:ext cx="215152" cy="392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FD5A0B-C2DF-15F8-D319-20A835A174BD}"/>
              </a:ext>
            </a:extLst>
          </p:cNvPr>
          <p:cNvCxnSpPr>
            <a:cxnSpLocks/>
          </p:cNvCxnSpPr>
          <p:nvPr/>
        </p:nvCxnSpPr>
        <p:spPr>
          <a:xfrm flipH="1">
            <a:off x="4679576" y="1497106"/>
            <a:ext cx="1855695" cy="1290918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7EF9233-4885-9826-D0E2-3B6190BB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074" y="1025899"/>
            <a:ext cx="1895475" cy="1762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3EE0A8-8BB4-D655-4FE6-C8983E7AA862}"/>
              </a:ext>
            </a:extLst>
          </p:cNvPr>
          <p:cNvSpPr txBox="1"/>
          <p:nvPr/>
        </p:nvSpPr>
        <p:spPr>
          <a:xfrm>
            <a:off x="6535271" y="1591087"/>
            <a:ext cx="2216803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เปลี่ยน แถบสีของสถานะ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1DCE51-825D-D6D3-B3A9-283AB1236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163" y="186552"/>
            <a:ext cx="2718826" cy="110435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549A4A-9A36-327E-78F8-1730A13E38AD}"/>
              </a:ext>
            </a:extLst>
          </p:cNvPr>
          <p:cNvSpPr txBox="1"/>
          <p:nvPr/>
        </p:nvSpPr>
        <p:spPr>
          <a:xfrm>
            <a:off x="5607423" y="608024"/>
            <a:ext cx="2216803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ตัวเลขขอให้เป็นตัวหนา และสีดำ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114AB-F121-9DA8-B08D-C696ED53FFB0}"/>
              </a:ext>
            </a:extLst>
          </p:cNvPr>
          <p:cNvSpPr txBox="1"/>
          <p:nvPr/>
        </p:nvSpPr>
        <p:spPr>
          <a:xfrm>
            <a:off x="917320" y="5309036"/>
            <a:ext cx="338281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ขาดกลุ่มงานของฝั่งพี่เบิร์ด เป็น </a:t>
            </a:r>
            <a:r>
              <a:rPr lang="en-US" sz="1600" dirty="0"/>
              <a:t>Infrastructure and Network</a:t>
            </a:r>
          </a:p>
          <a:p>
            <a:r>
              <a:rPr lang="th-TH" sz="1600" dirty="0"/>
              <a:t>ซึ่งพี่เบิร์ดจะต้องเพิ่ม </a:t>
            </a:r>
            <a:r>
              <a:rPr lang="en-US" sz="1600" dirty="0"/>
              <a:t>project </a:t>
            </a:r>
            <a:r>
              <a:rPr lang="th-TH" sz="1600" dirty="0"/>
              <a:t>เข้าภายใต้กลุ่มงานนั้น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129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7CC8E00-7062-A4B1-D69A-74EC889A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229"/>
            <a:ext cx="12192000" cy="63215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C9B17-8F02-7E68-ED67-B7415AE3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53D3D-696D-334E-6D64-481CD1515BEA}"/>
              </a:ext>
            </a:extLst>
          </p:cNvPr>
          <p:cNvSpPr txBox="1"/>
          <p:nvPr/>
        </p:nvSpPr>
        <p:spPr>
          <a:xfrm>
            <a:off x="1246094" y="2016604"/>
            <a:ext cx="2761129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เพิ่ม </a:t>
            </a:r>
            <a:r>
              <a:rPr lang="en-US" dirty="0"/>
              <a:t>menu My Projects</a:t>
            </a:r>
            <a:endParaRPr lang="th-TH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ED70ECA-9E86-2F2E-C915-CF2F9D5F4338}"/>
              </a:ext>
            </a:extLst>
          </p:cNvPr>
          <p:cNvSpPr/>
          <p:nvPr/>
        </p:nvSpPr>
        <p:spPr>
          <a:xfrm rot="11913568">
            <a:off x="726141" y="2057739"/>
            <a:ext cx="546847" cy="2061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4E315-FFA2-5512-55CB-3C7DF7143254}"/>
              </a:ext>
            </a:extLst>
          </p:cNvPr>
          <p:cNvSpPr txBox="1"/>
          <p:nvPr/>
        </p:nvSpPr>
        <p:spPr>
          <a:xfrm>
            <a:off x="1801906" y="707543"/>
            <a:ext cx="473336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แก้ไข </a:t>
            </a:r>
            <a:r>
              <a:rPr lang="en-US" dirty="0"/>
              <a:t>title </a:t>
            </a:r>
            <a:r>
              <a:rPr lang="th-TH" dirty="0"/>
              <a:t>ของ </a:t>
            </a:r>
            <a:r>
              <a:rPr lang="en-US" dirty="0"/>
              <a:t>page </a:t>
            </a:r>
            <a:r>
              <a:rPr lang="th-TH" dirty="0"/>
              <a:t>ตามหน้านั้นๆ เช่น </a:t>
            </a:r>
            <a:r>
              <a:rPr lang="en-US" dirty="0"/>
              <a:t>My Projects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A5D30-D916-5A86-F487-4E623CA9D464}"/>
              </a:ext>
            </a:extLst>
          </p:cNvPr>
          <p:cNvSpPr txBox="1"/>
          <p:nvPr/>
        </p:nvSpPr>
        <p:spPr>
          <a:xfrm>
            <a:off x="7230035" y="1254604"/>
            <a:ext cx="2761129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แสดงตัวเลขตามจำนวนที่เรารับผิดชอบ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8343BB-7E7A-A537-6553-B357F3841637}"/>
              </a:ext>
            </a:extLst>
          </p:cNvPr>
          <p:cNvCxnSpPr/>
          <p:nvPr/>
        </p:nvCxnSpPr>
        <p:spPr>
          <a:xfrm flipH="1">
            <a:off x="8130988" y="1550894"/>
            <a:ext cx="224118" cy="37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E3D5BC-A9AC-161F-EE49-EA1094D65893}"/>
              </a:ext>
            </a:extLst>
          </p:cNvPr>
          <p:cNvCxnSpPr/>
          <p:nvPr/>
        </p:nvCxnSpPr>
        <p:spPr>
          <a:xfrm flipH="1">
            <a:off x="6535271" y="1623936"/>
            <a:ext cx="950258" cy="298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644127-E194-A7FF-1EAF-5DF44682CD4D}"/>
              </a:ext>
            </a:extLst>
          </p:cNvPr>
          <p:cNvCxnSpPr/>
          <p:nvPr/>
        </p:nvCxnSpPr>
        <p:spPr>
          <a:xfrm flipH="1">
            <a:off x="2689412" y="1317812"/>
            <a:ext cx="4540623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D83828-F3B9-6AFD-7C2E-36740D942B46}"/>
              </a:ext>
            </a:extLst>
          </p:cNvPr>
          <p:cNvCxnSpPr/>
          <p:nvPr/>
        </p:nvCxnSpPr>
        <p:spPr>
          <a:xfrm flipH="1">
            <a:off x="4545106" y="1439270"/>
            <a:ext cx="2599765" cy="57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68B1D5C-15FF-E5B9-2464-CCDAEB339660}"/>
              </a:ext>
            </a:extLst>
          </p:cNvPr>
          <p:cNvSpPr/>
          <p:nvPr/>
        </p:nvSpPr>
        <p:spPr>
          <a:xfrm>
            <a:off x="1783976" y="3799334"/>
            <a:ext cx="10130118" cy="29118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5F250F-BB5E-4107-7190-B8E3CEE6D60D}"/>
              </a:ext>
            </a:extLst>
          </p:cNvPr>
          <p:cNvSpPr txBox="1"/>
          <p:nvPr/>
        </p:nvSpPr>
        <p:spPr>
          <a:xfrm>
            <a:off x="6750422" y="5095564"/>
            <a:ext cx="276112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ในส่วนนี้จะต้องเห็นเฉพาะ </a:t>
            </a:r>
            <a:r>
              <a:rPr lang="en-US" dirty="0"/>
              <a:t>project </a:t>
            </a:r>
            <a:r>
              <a:rPr lang="th-TH" dirty="0"/>
              <a:t>ที่เราเป็น </a:t>
            </a:r>
            <a:r>
              <a:rPr lang="en-US" dirty="0"/>
              <a:t>Member</a:t>
            </a:r>
            <a:endParaRPr lang="th-T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1DE5C4-FB89-58D0-DB20-D487F5A7420B}"/>
              </a:ext>
            </a:extLst>
          </p:cNvPr>
          <p:cNvSpPr txBox="1"/>
          <p:nvPr/>
        </p:nvSpPr>
        <p:spPr>
          <a:xfrm>
            <a:off x="4558551" y="2802465"/>
            <a:ext cx="357243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เติม </a:t>
            </a:r>
            <a:r>
              <a:rPr lang="en-US" dirty="0"/>
              <a:t>label </a:t>
            </a:r>
            <a:r>
              <a:rPr lang="th-TH" dirty="0"/>
              <a:t>ด้านหน้า เขียนว่า </a:t>
            </a:r>
            <a:r>
              <a:rPr lang="en-US" dirty="0"/>
              <a:t>Project Status :</a:t>
            </a:r>
            <a:endParaRPr lang="th-TH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187D18B-48CE-C7CA-D7A0-083AF59FCFF6}"/>
              </a:ext>
            </a:extLst>
          </p:cNvPr>
          <p:cNvSpPr/>
          <p:nvPr/>
        </p:nvSpPr>
        <p:spPr>
          <a:xfrm rot="1141765" flipH="1">
            <a:off x="1820202" y="3013108"/>
            <a:ext cx="4862901" cy="2027065"/>
          </a:xfrm>
          <a:prstGeom prst="arc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70EE64-74A3-5A7B-18C4-C2F6E90CE31C}"/>
              </a:ext>
            </a:extLst>
          </p:cNvPr>
          <p:cNvSpPr txBox="1"/>
          <p:nvPr/>
        </p:nvSpPr>
        <p:spPr>
          <a:xfrm>
            <a:off x="128977" y="3924938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Projects</a:t>
            </a:r>
          </a:p>
        </p:txBody>
      </p:sp>
    </p:spTree>
    <p:extLst>
      <p:ext uri="{BB962C8B-B14F-4D97-AF65-F5344CB8AC3E}">
        <p14:creationId xmlns:p14="http://schemas.microsoft.com/office/powerpoint/2010/main" val="99478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DA88B-9325-1216-077C-036656BD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92108-A8C7-2BDF-7FD7-FC220B04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639"/>
            <a:ext cx="12192000" cy="6378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D265A7-E103-C17A-B351-317BB54B4250}"/>
              </a:ext>
            </a:extLst>
          </p:cNvPr>
          <p:cNvSpPr/>
          <p:nvPr/>
        </p:nvSpPr>
        <p:spPr>
          <a:xfrm>
            <a:off x="1783976" y="3799334"/>
            <a:ext cx="528918" cy="29118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AC7CA-BB18-5371-E9C6-C8E55475E90D}"/>
              </a:ext>
            </a:extLst>
          </p:cNvPr>
          <p:cNvSpPr txBox="1"/>
          <p:nvPr/>
        </p:nvSpPr>
        <p:spPr>
          <a:xfrm>
            <a:off x="2196351" y="3429000"/>
            <a:ext cx="882127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ขีดสีด้านหน้า จะต้องแสดงให้ตรง ตามสถานะของ </a:t>
            </a:r>
            <a:r>
              <a:rPr lang="en-US" dirty="0"/>
              <a:t>Project  Active, Delay , Complete, Hold, Cancelled</a:t>
            </a:r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94B23-DD26-D394-8D27-6B3324E84F28}"/>
              </a:ext>
            </a:extLst>
          </p:cNvPr>
          <p:cNvSpPr txBox="1"/>
          <p:nvPr/>
        </p:nvSpPr>
        <p:spPr>
          <a:xfrm>
            <a:off x="8749551" y="1384176"/>
            <a:ext cx="181087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คลิกปุ่ม </a:t>
            </a:r>
            <a:r>
              <a:rPr lang="en-US" dirty="0"/>
              <a:t>List view</a:t>
            </a:r>
            <a:endParaRPr lang="th-T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3A0073-ADD4-84AA-93EF-88D02904B52D}"/>
              </a:ext>
            </a:extLst>
          </p:cNvPr>
          <p:cNvCxnSpPr>
            <a:cxnSpLocks/>
          </p:cNvCxnSpPr>
          <p:nvPr/>
        </p:nvCxnSpPr>
        <p:spPr>
          <a:xfrm>
            <a:off x="10210800" y="1622612"/>
            <a:ext cx="1335741" cy="1255059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6E9AED-7C9B-7044-90F9-EB33492A115B}"/>
              </a:ext>
            </a:extLst>
          </p:cNvPr>
          <p:cNvSpPr txBox="1"/>
          <p:nvPr/>
        </p:nvSpPr>
        <p:spPr>
          <a:xfrm>
            <a:off x="128977" y="3924938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Projects</a:t>
            </a:r>
          </a:p>
        </p:txBody>
      </p:sp>
    </p:spTree>
    <p:extLst>
      <p:ext uri="{BB962C8B-B14F-4D97-AF65-F5344CB8AC3E}">
        <p14:creationId xmlns:p14="http://schemas.microsoft.com/office/powerpoint/2010/main" val="101850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88320-369B-7A73-C4FD-CF5BC1B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726F3-BEBE-E515-D24E-A6021853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107"/>
            <a:ext cx="12192000" cy="5819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0FA8C-4BF8-6635-4EE0-B7D3A46E03E0}"/>
              </a:ext>
            </a:extLst>
          </p:cNvPr>
          <p:cNvSpPr txBox="1"/>
          <p:nvPr/>
        </p:nvSpPr>
        <p:spPr>
          <a:xfrm>
            <a:off x="128977" y="3924938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78BD7-E073-9C7C-0769-1BD1ED3D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845" y="2576512"/>
            <a:ext cx="4057650" cy="20097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84868B-052D-C869-3756-E7E17EA8DCD0}"/>
              </a:ext>
            </a:extLst>
          </p:cNvPr>
          <p:cNvSpPr txBox="1"/>
          <p:nvPr/>
        </p:nvSpPr>
        <p:spPr>
          <a:xfrm>
            <a:off x="7395882" y="1224644"/>
            <a:ext cx="316454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เปลี่ยนสี </a:t>
            </a:r>
            <a:r>
              <a:rPr lang="en-US" dirty="0"/>
              <a:t>status</a:t>
            </a:r>
            <a:r>
              <a:rPr lang="th-TH" dirty="0"/>
              <a:t>และเพิ่ม </a:t>
            </a:r>
            <a:r>
              <a:rPr lang="en-US" dirty="0"/>
              <a:t>Overdue </a:t>
            </a:r>
            <a:r>
              <a:rPr lang="th-TH" dirty="0"/>
              <a:t>ให้ด้วย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59E9E-7A7E-A0CC-D12A-715E1F292197}"/>
              </a:ext>
            </a:extLst>
          </p:cNvPr>
          <p:cNvSpPr txBox="1"/>
          <p:nvPr/>
        </p:nvSpPr>
        <p:spPr>
          <a:xfrm>
            <a:off x="2644028" y="5118102"/>
            <a:ext cx="680477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ในส่วนของ </a:t>
            </a:r>
            <a:r>
              <a:rPr lang="en-US" dirty="0"/>
              <a:t>Task </a:t>
            </a:r>
            <a:r>
              <a:rPr lang="th-TH" dirty="0"/>
              <a:t>ขอให้มีการเลือกแสดงผลแบบ เป็นตารางได้</a:t>
            </a:r>
            <a:endParaRPr lang="en-US" dirty="0"/>
          </a:p>
          <a:p>
            <a:r>
              <a:rPr lang="th-TH" dirty="0"/>
              <a:t>ซึ่งมี </a:t>
            </a:r>
            <a:r>
              <a:rPr lang="en-US" dirty="0"/>
              <a:t>column </a:t>
            </a:r>
            <a:r>
              <a:rPr lang="th-TH" dirty="0"/>
              <a:t>ตารางดังนี้ </a:t>
            </a:r>
            <a:r>
              <a:rPr lang="en-US" dirty="0"/>
              <a:t>Task Name, Assignee, Start Date, Due Date, Priority </a:t>
            </a:r>
            <a:r>
              <a:rPr lang="th-TH" dirty="0"/>
              <a:t>และสามารถคลิกที่หัว </a:t>
            </a:r>
            <a:r>
              <a:rPr lang="en-US" dirty="0"/>
              <a:t>column </a:t>
            </a:r>
            <a:r>
              <a:rPr lang="th-TH" dirty="0"/>
              <a:t>เพื่อ </a:t>
            </a:r>
            <a:r>
              <a:rPr lang="en-US" dirty="0"/>
              <a:t>Sorting </a:t>
            </a:r>
            <a:r>
              <a:rPr lang="th-TH" dirty="0"/>
              <a:t>ได้ ทั้งแบบ </a:t>
            </a:r>
            <a:r>
              <a:rPr lang="en-US" dirty="0"/>
              <a:t>ASC </a:t>
            </a:r>
            <a:r>
              <a:rPr lang="th-TH" dirty="0"/>
              <a:t>และ </a:t>
            </a:r>
            <a:r>
              <a:rPr lang="en-US" dirty="0"/>
              <a:t>DESC</a:t>
            </a:r>
            <a:endParaRPr lang="th-T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D2B86-20B6-7594-31C6-C78AFFF2FF3C}"/>
              </a:ext>
            </a:extLst>
          </p:cNvPr>
          <p:cNvSpPr txBox="1"/>
          <p:nvPr/>
        </p:nvSpPr>
        <p:spPr>
          <a:xfrm>
            <a:off x="2366681" y="4078826"/>
            <a:ext cx="424927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Role Member </a:t>
            </a:r>
            <a:r>
              <a:rPr lang="th-TH" dirty="0"/>
              <a:t>เห็นเฉพาะ </a:t>
            </a:r>
            <a:r>
              <a:rPr lang="en-US" dirty="0"/>
              <a:t>Task </a:t>
            </a:r>
            <a:r>
              <a:rPr lang="th-TH" dirty="0"/>
              <a:t>ที่มีการ </a:t>
            </a:r>
            <a:r>
              <a:rPr lang="en-US" dirty="0"/>
              <a:t>assign </a:t>
            </a:r>
            <a:r>
              <a:rPr lang="th-TH" dirty="0"/>
              <a:t>ตัวเอง</a:t>
            </a:r>
            <a:endParaRPr lang="en-US" dirty="0"/>
          </a:p>
          <a:p>
            <a:r>
              <a:rPr lang="en-US" dirty="0"/>
              <a:t>Role Admin </a:t>
            </a:r>
            <a:r>
              <a:rPr lang="th-TH" dirty="0"/>
              <a:t>เห็นทุก </a:t>
            </a:r>
            <a:r>
              <a:rPr lang="en-US" dirty="0"/>
              <a:t>Task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804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956C8-1256-BAA8-5013-21A52AC0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D94C3-2D07-8484-6FC2-61C8B30E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421"/>
            <a:ext cx="12192000" cy="5775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EDDE08-5555-70F9-9399-EADE2B4992D2}"/>
              </a:ext>
            </a:extLst>
          </p:cNvPr>
          <p:cNvSpPr txBox="1"/>
          <p:nvPr/>
        </p:nvSpPr>
        <p:spPr>
          <a:xfrm>
            <a:off x="128977" y="3924938"/>
            <a:ext cx="1511564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Task </a:t>
            </a:r>
            <a:r>
              <a:rPr lang="th-TH" sz="1600" dirty="0"/>
              <a:t>ใน</a:t>
            </a:r>
            <a:r>
              <a:rPr lang="en-US" sz="1600" dirty="0"/>
              <a:t>Project</a:t>
            </a:r>
            <a:r>
              <a:rPr lang="th-TH" sz="1600" dirty="0"/>
              <a:t> และหน้า</a:t>
            </a:r>
          </a:p>
          <a:p>
            <a:r>
              <a:rPr lang="th-TH" sz="1600" dirty="0"/>
              <a:t>หน้า </a:t>
            </a:r>
            <a:r>
              <a:rPr lang="en-US" sz="1600" dirty="0"/>
              <a:t>My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FB225-6BC9-0EB5-FE98-8F63E3338803}"/>
              </a:ext>
            </a:extLst>
          </p:cNvPr>
          <p:cNvSpPr txBox="1"/>
          <p:nvPr/>
        </p:nvSpPr>
        <p:spPr>
          <a:xfrm>
            <a:off x="4082473" y="3561912"/>
            <a:ext cx="645621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เพิ่ม </a:t>
            </a:r>
            <a:r>
              <a:rPr lang="en-US" sz="1600" dirty="0"/>
              <a:t>comment and activity </a:t>
            </a:r>
            <a:r>
              <a:rPr lang="th-TH" sz="1600" dirty="0"/>
              <a:t>ในการย้าย </a:t>
            </a:r>
            <a:r>
              <a:rPr lang="en-US" sz="1600" dirty="0"/>
              <a:t>task </a:t>
            </a:r>
            <a:r>
              <a:rPr lang="th-TH" sz="1600" dirty="0"/>
              <a:t>ด้วย ว่าจะต้องใส่เสมอ เมื่อมีการย้าย </a:t>
            </a:r>
            <a:r>
              <a:rPr lang="en-US" sz="1600" dirty="0"/>
              <a:t>task status</a:t>
            </a:r>
            <a:r>
              <a:rPr lang="th-TH" sz="1600" dirty="0"/>
              <a:t> และเก็บเป็น </a:t>
            </a:r>
            <a:r>
              <a:rPr lang="en-US" sz="1600" dirty="0"/>
              <a:t>History log </a:t>
            </a:r>
            <a:r>
              <a:rPr lang="th-TH" sz="1600" dirty="0"/>
              <a:t>ทุกครั้ง </a:t>
            </a:r>
            <a:r>
              <a:rPr lang="en-US" sz="1600" dirty="0"/>
              <a:t>stamp </a:t>
            </a:r>
            <a:r>
              <a:rPr lang="th-TH" sz="1600" dirty="0"/>
              <a:t>วันที่และเวลาของการย้าย และมี </a:t>
            </a:r>
            <a:r>
              <a:rPr lang="en-US" sz="1600" dirty="0"/>
              <a:t>note comment </a:t>
            </a:r>
            <a:r>
              <a:rPr lang="th-TH" sz="1600" dirty="0"/>
              <a:t>ว่าย้ายเนื่องจากอะไร</a:t>
            </a:r>
            <a:endParaRPr lang="en-US" sz="1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4DB694-D9A1-1CB9-B80C-04163AB52A7D}"/>
              </a:ext>
            </a:extLst>
          </p:cNvPr>
          <p:cNvCxnSpPr>
            <a:cxnSpLocks/>
          </p:cNvCxnSpPr>
          <p:nvPr/>
        </p:nvCxnSpPr>
        <p:spPr>
          <a:xfrm flipH="1" flipV="1">
            <a:off x="2198255" y="4380207"/>
            <a:ext cx="9155545" cy="12702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9610F186-A098-712B-56D3-1C2DC852053D}"/>
              </a:ext>
            </a:extLst>
          </p:cNvPr>
          <p:cNvSpPr/>
          <p:nvPr/>
        </p:nvSpPr>
        <p:spPr>
          <a:xfrm rot="14222445" flipH="1">
            <a:off x="3577382" y="3517842"/>
            <a:ext cx="1010182" cy="1469255"/>
          </a:xfrm>
          <a:prstGeom prst="arc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AB3DEAD-FCEB-A105-7493-9DAB63190200}"/>
              </a:ext>
            </a:extLst>
          </p:cNvPr>
          <p:cNvSpPr/>
          <p:nvPr/>
        </p:nvSpPr>
        <p:spPr>
          <a:xfrm rot="14222445" flipH="1">
            <a:off x="5849774" y="3605808"/>
            <a:ext cx="1010182" cy="1469255"/>
          </a:xfrm>
          <a:prstGeom prst="arc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DAECBCE-A818-5826-B317-D48E3D80E0C1}"/>
              </a:ext>
            </a:extLst>
          </p:cNvPr>
          <p:cNvSpPr/>
          <p:nvPr/>
        </p:nvSpPr>
        <p:spPr>
          <a:xfrm rot="14222445" flipH="1">
            <a:off x="7364785" y="3650754"/>
            <a:ext cx="1010182" cy="1469255"/>
          </a:xfrm>
          <a:prstGeom prst="arc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F6B4243-CA82-542C-F5A1-D9E586B18297}"/>
              </a:ext>
            </a:extLst>
          </p:cNvPr>
          <p:cNvSpPr/>
          <p:nvPr/>
        </p:nvSpPr>
        <p:spPr>
          <a:xfrm rot="14222445" flipH="1">
            <a:off x="9724552" y="3637457"/>
            <a:ext cx="1010182" cy="1469255"/>
          </a:xfrm>
          <a:prstGeom prst="arc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335B9-9A95-DCE1-4EBA-D573066BCF25}"/>
              </a:ext>
            </a:extLst>
          </p:cNvPr>
          <p:cNvSpPr txBox="1"/>
          <p:nvPr/>
        </p:nvSpPr>
        <p:spPr>
          <a:xfrm>
            <a:off x="7938655" y="5347216"/>
            <a:ext cx="357216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การ </a:t>
            </a:r>
            <a:r>
              <a:rPr lang="en-US" sz="1600" dirty="0"/>
              <a:t>move </a:t>
            </a:r>
            <a:r>
              <a:rPr lang="th-TH" sz="1600" dirty="0"/>
              <a:t>ไป </a:t>
            </a:r>
            <a:r>
              <a:rPr lang="en-US" sz="1600" dirty="0"/>
              <a:t>hold </a:t>
            </a:r>
            <a:r>
              <a:rPr lang="th-TH" sz="1600" dirty="0"/>
              <a:t>หรือ </a:t>
            </a:r>
            <a:r>
              <a:rPr lang="en-US" sz="1600" dirty="0"/>
              <a:t>Cancelled </a:t>
            </a:r>
            <a:r>
              <a:rPr lang="th-TH" sz="1600" dirty="0"/>
              <a:t>จะต้องดู </a:t>
            </a:r>
            <a:r>
              <a:rPr lang="en-US" sz="1600" dirty="0"/>
              <a:t>logic </a:t>
            </a:r>
            <a:r>
              <a:rPr lang="th-TH" sz="1600" dirty="0"/>
              <a:t>การคำนวณด้วยว่า มีการคำนวณ อย่างไร ในการนับเวลาของ </a:t>
            </a:r>
            <a:r>
              <a:rPr lang="en-US" sz="1600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110897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E17D8-B50A-887F-03F9-CD3052E9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8D220-386A-A8CF-3BEF-4AFC7E90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338137"/>
            <a:ext cx="9972675" cy="6181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60F767-81FF-8CAB-F827-6851C2599075}"/>
              </a:ext>
            </a:extLst>
          </p:cNvPr>
          <p:cNvSpPr txBox="1"/>
          <p:nvPr/>
        </p:nvSpPr>
        <p:spPr>
          <a:xfrm>
            <a:off x="128977" y="3924938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Tasks</a:t>
            </a:r>
            <a:endParaRPr lang="th-TH" sz="1600" dirty="0"/>
          </a:p>
          <a:p>
            <a:r>
              <a:rPr lang="en-US" sz="1600" dirty="0"/>
              <a:t>List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6F3BB-FB48-0DA2-CCF5-8C8A776F70E2}"/>
              </a:ext>
            </a:extLst>
          </p:cNvPr>
          <p:cNvSpPr txBox="1"/>
          <p:nvPr/>
        </p:nvSpPr>
        <p:spPr>
          <a:xfrm>
            <a:off x="2755637" y="276269"/>
            <a:ext cx="689935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Tasks</a:t>
            </a:r>
            <a:r>
              <a:rPr lang="th-TH" sz="1600" dirty="0"/>
              <a:t> และเลียนแบบจาก </a:t>
            </a:r>
            <a:r>
              <a:rPr lang="en-US" sz="1600" dirty="0"/>
              <a:t>Click up </a:t>
            </a:r>
            <a:r>
              <a:rPr lang="th-TH" sz="1600" dirty="0"/>
              <a:t>ซึ่ง</a:t>
            </a:r>
            <a:r>
              <a:rPr lang="en-US" sz="1600" dirty="0"/>
              <a:t> List view </a:t>
            </a:r>
            <a:r>
              <a:rPr lang="th-TH" sz="1600" dirty="0"/>
              <a:t>มี </a:t>
            </a:r>
            <a:r>
              <a:rPr lang="en-US" sz="1600" dirty="0"/>
              <a:t>column </a:t>
            </a:r>
            <a:r>
              <a:rPr lang="th-TH" sz="1600" dirty="0"/>
              <a:t>ตามนี้</a:t>
            </a:r>
          </a:p>
          <a:p>
            <a:r>
              <a:rPr lang="en-US" sz="1600" dirty="0"/>
              <a:t>Task Name, Assignee, Start Date, Due Date, Priority  </a:t>
            </a:r>
            <a:r>
              <a:rPr lang="th-TH" sz="1600" dirty="0"/>
              <a:t>หัวตารางคลิก </a:t>
            </a:r>
            <a:r>
              <a:rPr lang="en-US" sz="1600" dirty="0"/>
              <a:t>sorting </a:t>
            </a:r>
            <a:r>
              <a:rPr lang="th-TH" sz="1600" dirty="0"/>
              <a:t>ได้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E49332-A41E-EF31-9311-EF171D3E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317" y="945198"/>
            <a:ext cx="10332283" cy="56921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856B55-F8BD-CD61-2E00-E1FE6A4068D1}"/>
              </a:ext>
            </a:extLst>
          </p:cNvPr>
          <p:cNvSpPr/>
          <p:nvPr/>
        </p:nvSpPr>
        <p:spPr>
          <a:xfrm>
            <a:off x="9982200" y="1831228"/>
            <a:ext cx="528918" cy="365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B65B1-BB4A-3DD4-BD36-7CA592C3B4BE}"/>
              </a:ext>
            </a:extLst>
          </p:cNvPr>
          <p:cNvSpPr txBox="1"/>
          <p:nvPr/>
        </p:nvSpPr>
        <p:spPr>
          <a:xfrm>
            <a:off x="5088421" y="1538840"/>
            <a:ext cx="333840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สามารถใส่ </a:t>
            </a:r>
            <a:r>
              <a:rPr lang="en-US" sz="1600" dirty="0"/>
              <a:t>Filter </a:t>
            </a:r>
            <a:r>
              <a:rPr lang="th-TH" sz="1600" dirty="0"/>
              <a:t>ได้ โดยที่เลือกหลายๆเงื่อนไข เหมือนระบบ </a:t>
            </a:r>
            <a:r>
              <a:rPr lang="en-US" sz="1600" dirty="0"/>
              <a:t>Click up</a:t>
            </a:r>
          </a:p>
          <a:p>
            <a:r>
              <a:rPr lang="en-US" sz="1600" dirty="0"/>
              <a:t>Task Status, Priority, Tags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88075F-14C0-1CF1-8912-E2938FC5CC09}"/>
              </a:ext>
            </a:extLst>
          </p:cNvPr>
          <p:cNvCxnSpPr>
            <a:cxnSpLocks/>
          </p:cNvCxnSpPr>
          <p:nvPr/>
        </p:nvCxnSpPr>
        <p:spPr>
          <a:xfrm flipH="1">
            <a:off x="7503459" y="2034988"/>
            <a:ext cx="2581835" cy="161366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8F32A2-548C-A879-7FB4-3EB13074FC54}"/>
              </a:ext>
            </a:extLst>
          </p:cNvPr>
          <p:cNvSpPr txBox="1"/>
          <p:nvPr/>
        </p:nvSpPr>
        <p:spPr>
          <a:xfrm>
            <a:off x="5581480" y="4353757"/>
            <a:ext cx="3338403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สามารถใส่ เลื่อนสลับ </a:t>
            </a:r>
            <a:r>
              <a:rPr lang="en-US" sz="1600" dirty="0"/>
              <a:t>status </a:t>
            </a:r>
            <a:r>
              <a:rPr lang="th-TH" sz="1600" dirty="0"/>
              <a:t>ไหนขึ้นบน หรือลงล่างได้เหมือนของระบบ </a:t>
            </a:r>
            <a:r>
              <a:rPr lang="en-US" sz="1600" dirty="0"/>
              <a:t>Click up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D16C32-0408-DB20-DBBC-979941479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824" y="2257167"/>
            <a:ext cx="3634348" cy="164315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4C3DBC-785E-68B6-921F-E2F51C7FF0A6}"/>
              </a:ext>
            </a:extLst>
          </p:cNvPr>
          <p:cNvCxnSpPr>
            <a:cxnSpLocks/>
          </p:cNvCxnSpPr>
          <p:nvPr/>
        </p:nvCxnSpPr>
        <p:spPr>
          <a:xfrm flipH="1">
            <a:off x="9007289" y="2187388"/>
            <a:ext cx="1230405" cy="243262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747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5F173B-EC92-B4BF-1DEE-C8C70195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F4987-D99C-19E0-CA19-64FDBF0FC6B0}"/>
              </a:ext>
            </a:extLst>
          </p:cNvPr>
          <p:cNvSpPr txBox="1"/>
          <p:nvPr/>
        </p:nvSpPr>
        <p:spPr>
          <a:xfrm>
            <a:off x="227589" y="356985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</a:t>
            </a:r>
            <a:r>
              <a:rPr lang="en-US" sz="1600" dirty="0"/>
              <a:t> Tasks </a:t>
            </a:r>
          </a:p>
          <a:p>
            <a:r>
              <a:rPr lang="en-US" sz="1600" dirty="0"/>
              <a:t>Add ,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79201-BA36-BF12-EDFD-0A2DBAAE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304" y="0"/>
            <a:ext cx="764339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8CFA68-32C8-50FC-2D58-17A103AAC1D1}"/>
              </a:ext>
            </a:extLst>
          </p:cNvPr>
          <p:cNvSpPr/>
          <p:nvPr/>
        </p:nvSpPr>
        <p:spPr>
          <a:xfrm>
            <a:off x="2720788" y="6173786"/>
            <a:ext cx="1438836" cy="478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35150-BF1D-63F2-4B5E-B796BF27B4A0}"/>
              </a:ext>
            </a:extLst>
          </p:cNvPr>
          <p:cNvSpPr txBox="1"/>
          <p:nvPr/>
        </p:nvSpPr>
        <p:spPr>
          <a:xfrm>
            <a:off x="774437" y="4050444"/>
            <a:ext cx="407547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ย้ายส่วนของ </a:t>
            </a:r>
            <a:r>
              <a:rPr lang="en-US" sz="1600" dirty="0"/>
              <a:t>Daily Updates </a:t>
            </a:r>
            <a:r>
              <a:rPr lang="th-TH" sz="1600" dirty="0"/>
              <a:t>ขึ้นไปอยู่ต่อจาก </a:t>
            </a:r>
            <a:r>
              <a:rPr lang="en-US" sz="1600" dirty="0"/>
              <a:t>Description</a:t>
            </a:r>
          </a:p>
          <a:p>
            <a:r>
              <a:rPr lang="th-TH" sz="1600" dirty="0"/>
              <a:t>และมีขีดเส้นใต้คั่นเมื่อหมด </a:t>
            </a:r>
            <a:r>
              <a:rPr lang="en-US" sz="1600" dirty="0"/>
              <a:t>section </a:t>
            </a:r>
            <a:r>
              <a:rPr lang="th-TH" sz="1600" dirty="0"/>
              <a:t>นั้น  ค่อยเป็น </a:t>
            </a:r>
            <a:r>
              <a:rPr lang="en-US" sz="1600" dirty="0"/>
              <a:t>Section </a:t>
            </a:r>
            <a:r>
              <a:rPr lang="th-TH" sz="1600" dirty="0"/>
              <a:t>ของ </a:t>
            </a:r>
            <a:r>
              <a:rPr lang="en-US" sz="1600" dirty="0"/>
              <a:t>Sub-Tasks </a:t>
            </a:r>
            <a:r>
              <a:rPr lang="th-TH" sz="1600" dirty="0"/>
              <a:t>ต่อ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6D6F92-78EC-06D7-CA8A-1DC47FBF6CC8}"/>
              </a:ext>
            </a:extLst>
          </p:cNvPr>
          <p:cNvCxnSpPr>
            <a:cxnSpLocks/>
          </p:cNvCxnSpPr>
          <p:nvPr/>
        </p:nvCxnSpPr>
        <p:spPr>
          <a:xfrm flipV="1">
            <a:off x="2179782" y="3117853"/>
            <a:ext cx="632390" cy="977615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FDED89-4555-D9C3-25AD-A21E446B5E8C}"/>
              </a:ext>
            </a:extLst>
          </p:cNvPr>
          <p:cNvCxnSpPr>
            <a:cxnSpLocks/>
          </p:cNvCxnSpPr>
          <p:nvPr/>
        </p:nvCxnSpPr>
        <p:spPr>
          <a:xfrm flipH="1" flipV="1">
            <a:off x="2141946" y="4738255"/>
            <a:ext cx="749036" cy="1533236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11E12A-3BFF-871A-7793-4BC0B44B7471}"/>
              </a:ext>
            </a:extLst>
          </p:cNvPr>
          <p:cNvCxnSpPr/>
          <p:nvPr/>
        </p:nvCxnSpPr>
        <p:spPr>
          <a:xfrm>
            <a:off x="1339273" y="3186546"/>
            <a:ext cx="8922327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87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680D3-09EE-9D1C-32A4-AEF1785B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1A1E1-51BE-975C-FDF4-F788788DBEFE}"/>
              </a:ext>
            </a:extLst>
          </p:cNvPr>
          <p:cNvSpPr txBox="1"/>
          <p:nvPr/>
        </p:nvSpPr>
        <p:spPr>
          <a:xfrm>
            <a:off x="227589" y="356985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</a:t>
            </a:r>
            <a:r>
              <a:rPr lang="en-US" sz="1600" dirty="0"/>
              <a:t> Tasks </a:t>
            </a:r>
          </a:p>
          <a:p>
            <a:r>
              <a:rPr lang="en-US" sz="1600" dirty="0"/>
              <a:t>Add ,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297C5-3722-003D-A18F-5D2C06559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333" y="0"/>
            <a:ext cx="749933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5E6F1-AD31-D1BA-80E8-366D8610B0A9}"/>
              </a:ext>
            </a:extLst>
          </p:cNvPr>
          <p:cNvSpPr/>
          <p:nvPr/>
        </p:nvSpPr>
        <p:spPr>
          <a:xfrm>
            <a:off x="2720788" y="2950975"/>
            <a:ext cx="1454048" cy="1528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E64C4-A668-209D-3458-B5E5E3E2B7AF}"/>
              </a:ext>
            </a:extLst>
          </p:cNvPr>
          <p:cNvSpPr txBox="1"/>
          <p:nvPr/>
        </p:nvSpPr>
        <p:spPr>
          <a:xfrm>
            <a:off x="3739310" y="3299806"/>
            <a:ext cx="407547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ลบ </a:t>
            </a:r>
            <a:r>
              <a:rPr lang="en-US" sz="1600" dirty="0"/>
              <a:t>Current Status </a:t>
            </a:r>
            <a:r>
              <a:rPr lang="th-TH" sz="1600" dirty="0"/>
              <a:t>และ </a:t>
            </a:r>
            <a:r>
              <a:rPr lang="en-US" sz="1600" dirty="0"/>
              <a:t>Progress (%) </a:t>
            </a:r>
            <a:r>
              <a:rPr lang="th-TH" sz="1600" dirty="0"/>
              <a:t>ออกไป</a:t>
            </a:r>
          </a:p>
          <a:p>
            <a:r>
              <a:rPr lang="th-TH" sz="1600" dirty="0"/>
              <a:t>เพราะเราจะใช้ </a:t>
            </a:r>
            <a:r>
              <a:rPr lang="en-US" sz="1600" dirty="0"/>
              <a:t>status </a:t>
            </a:r>
            <a:r>
              <a:rPr lang="th-TH" sz="1600" dirty="0"/>
              <a:t>ของ </a:t>
            </a:r>
            <a:r>
              <a:rPr lang="en-US" sz="1600" dirty="0"/>
              <a:t>Task</a:t>
            </a:r>
            <a:r>
              <a:rPr lang="th-TH" sz="1600" dirty="0"/>
              <a:t>ที่ด้านบนเป็นหลัก และ </a:t>
            </a:r>
            <a:r>
              <a:rPr lang="en-US" sz="1600" dirty="0"/>
              <a:t>% </a:t>
            </a:r>
            <a:r>
              <a:rPr lang="th-TH" sz="1600" dirty="0"/>
              <a:t>ถ้าทำ</a:t>
            </a:r>
            <a:r>
              <a:rPr lang="en-US" sz="1600" dirty="0"/>
              <a:t> task </a:t>
            </a:r>
            <a:r>
              <a:rPr lang="th-TH" sz="1600" dirty="0"/>
              <a:t>เสร็จก็จะเป็น </a:t>
            </a:r>
            <a:r>
              <a:rPr lang="en-US" sz="1600" dirty="0"/>
              <a:t>100% </a:t>
            </a:r>
            <a:r>
              <a:rPr lang="th-TH" sz="1600" dirty="0"/>
              <a:t>เอง ไม่ต้องให้ใส่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ECD7B3-5C93-39E5-1B26-18F448138E0D}"/>
              </a:ext>
            </a:extLst>
          </p:cNvPr>
          <p:cNvSpPr txBox="1"/>
          <p:nvPr/>
        </p:nvSpPr>
        <p:spPr>
          <a:xfrm>
            <a:off x="5120147" y="5771575"/>
            <a:ext cx="407547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ลบ </a:t>
            </a:r>
            <a:r>
              <a:rPr lang="en-US" sz="1600" dirty="0"/>
              <a:t>Current Status </a:t>
            </a:r>
            <a:r>
              <a:rPr lang="th-TH" sz="1600" dirty="0"/>
              <a:t>และ </a:t>
            </a:r>
            <a:r>
              <a:rPr lang="en-US" sz="1600" dirty="0"/>
              <a:t>Progress (%) </a:t>
            </a:r>
            <a:r>
              <a:rPr lang="th-TH" sz="1600" dirty="0"/>
              <a:t>ออกไป</a:t>
            </a:r>
          </a:p>
          <a:p>
            <a:r>
              <a:rPr lang="th-TH" sz="1600" dirty="0"/>
              <a:t>เพราะเราจะใช้ </a:t>
            </a:r>
            <a:r>
              <a:rPr lang="en-US" sz="1600" dirty="0"/>
              <a:t>status </a:t>
            </a:r>
            <a:r>
              <a:rPr lang="th-TH" sz="1600" dirty="0"/>
              <a:t>ของ </a:t>
            </a:r>
            <a:r>
              <a:rPr lang="en-US" sz="1600" dirty="0"/>
              <a:t>Task</a:t>
            </a:r>
            <a:r>
              <a:rPr lang="th-TH" sz="1600" dirty="0"/>
              <a:t>ที่ด้านบนเป็นหลัก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0506F-FD03-71F3-9D8F-BF7EA9876F11}"/>
              </a:ext>
            </a:extLst>
          </p:cNvPr>
          <p:cNvSpPr/>
          <p:nvPr/>
        </p:nvSpPr>
        <p:spPr>
          <a:xfrm>
            <a:off x="3612014" y="5771574"/>
            <a:ext cx="1117004" cy="389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ADFE41-DB82-81E9-D464-D2F00CC8CEA9}"/>
              </a:ext>
            </a:extLst>
          </p:cNvPr>
          <p:cNvSpPr txBox="1"/>
          <p:nvPr/>
        </p:nvSpPr>
        <p:spPr>
          <a:xfrm>
            <a:off x="838200" y="5771575"/>
            <a:ext cx="1882588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แก้ </a:t>
            </a:r>
            <a:r>
              <a:rPr lang="en-US" sz="1600" dirty="0"/>
              <a:t>Label</a:t>
            </a:r>
            <a:r>
              <a:rPr lang="th-TH" sz="1600" dirty="0"/>
              <a:t> ปุ่ม</a:t>
            </a:r>
            <a:r>
              <a:rPr lang="en-US" sz="1600" dirty="0"/>
              <a:t> </a:t>
            </a:r>
            <a:r>
              <a:rPr lang="th-TH" sz="1600" dirty="0"/>
              <a:t>เหลือแค่ คำว่า </a:t>
            </a:r>
            <a:r>
              <a:rPr lang="en-US" sz="1600" dirty="0"/>
              <a:t>Update </a:t>
            </a:r>
            <a:r>
              <a:rPr lang="th-TH" sz="1600" dirty="0"/>
              <a:t>อย่างเดียว </a:t>
            </a:r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576F07-863F-6FE2-C4DC-763C81A263D4}"/>
              </a:ext>
            </a:extLst>
          </p:cNvPr>
          <p:cNvCxnSpPr>
            <a:cxnSpLocks/>
          </p:cNvCxnSpPr>
          <p:nvPr/>
        </p:nvCxnSpPr>
        <p:spPr>
          <a:xfrm flipV="1">
            <a:off x="2604655" y="6077527"/>
            <a:ext cx="1007359" cy="278823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095B3E-CE08-2892-BA8E-05F56E63C334}"/>
              </a:ext>
            </a:extLst>
          </p:cNvPr>
          <p:cNvSpPr txBox="1"/>
          <p:nvPr/>
        </p:nvSpPr>
        <p:spPr>
          <a:xfrm>
            <a:off x="4729018" y="4658730"/>
            <a:ext cx="407547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ปุ่มแนบไฟล์หายไป ในการ </a:t>
            </a:r>
            <a:r>
              <a:rPr lang="en-US" sz="1600" dirty="0"/>
              <a:t>update </a:t>
            </a:r>
            <a:r>
              <a:rPr lang="th-TH" sz="1600" dirty="0"/>
              <a:t>จะต้อง แนบไฟล์ได้ด้วย</a:t>
            </a:r>
          </a:p>
          <a:p>
            <a:r>
              <a:rPr lang="th-TH" sz="1600" dirty="0"/>
              <a:t>ซึ่ง อยากให้แนบได้มากกว่า </a:t>
            </a:r>
            <a:r>
              <a:rPr lang="en-US" sz="1600" dirty="0"/>
              <a:t>1 </a:t>
            </a:r>
            <a:r>
              <a:rPr lang="th-TH" sz="1600" dirty="0"/>
              <a:t>ไฟล์ และ แจ้งกำหนดทุกไฟล์รวมกันแล้วไม่เกิน</a:t>
            </a:r>
            <a:r>
              <a:rPr lang="en-US" sz="1600" dirty="0"/>
              <a:t> 20</a:t>
            </a:r>
            <a:r>
              <a:rPr lang="th-TH" sz="1600" dirty="0"/>
              <a:t> </a:t>
            </a:r>
            <a:r>
              <a:rPr lang="en-US" sz="1600" dirty="0"/>
              <a:t>MB</a:t>
            </a:r>
            <a:r>
              <a:rPr lang="th-TH" sz="1600" dirty="0"/>
              <a:t> ต่อ </a:t>
            </a:r>
            <a:r>
              <a:rPr lang="en-US" sz="1600" dirty="0"/>
              <a:t>1 Notes</a:t>
            </a:r>
          </a:p>
        </p:txBody>
      </p:sp>
    </p:spTree>
    <p:extLst>
      <p:ext uri="{BB962C8B-B14F-4D97-AF65-F5344CB8AC3E}">
        <p14:creationId xmlns:p14="http://schemas.microsoft.com/office/powerpoint/2010/main" val="34979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30B068-BB25-9CC3-A079-7E6F41C0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64852-AEB3-1211-DD94-C6FD5D26A74C}"/>
              </a:ext>
            </a:extLst>
          </p:cNvPr>
          <p:cNvSpPr txBox="1"/>
          <p:nvPr/>
        </p:nvSpPr>
        <p:spPr>
          <a:xfrm>
            <a:off x="227589" y="356985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</a:t>
            </a:r>
            <a:r>
              <a:rPr lang="en-US" sz="1600" dirty="0"/>
              <a:t> Add Subtask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38770-8E05-022B-FB1F-14343317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97" y="0"/>
            <a:ext cx="815280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B0E4AB-4963-C4D4-F4BE-3A60F96C2F76}"/>
              </a:ext>
            </a:extLst>
          </p:cNvPr>
          <p:cNvSpPr/>
          <p:nvPr/>
        </p:nvSpPr>
        <p:spPr>
          <a:xfrm>
            <a:off x="2392218" y="3260436"/>
            <a:ext cx="1782618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D25C7-F637-5A2C-8773-B9C8777ECEE6}"/>
              </a:ext>
            </a:extLst>
          </p:cNvPr>
          <p:cNvSpPr txBox="1"/>
          <p:nvPr/>
        </p:nvSpPr>
        <p:spPr>
          <a:xfrm>
            <a:off x="3602182" y="2844225"/>
            <a:ext cx="519083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subtask </a:t>
            </a:r>
            <a:r>
              <a:rPr lang="th-TH" sz="1600" dirty="0"/>
              <a:t>ควรให้มี วันที่เริ่มต้น วันที่สิ้นสุดด้วย</a:t>
            </a:r>
          </a:p>
          <a:p>
            <a:r>
              <a:rPr lang="th-TH" sz="1600" dirty="0"/>
              <a:t>และจะต้อง สามารถ </a:t>
            </a:r>
            <a:r>
              <a:rPr lang="en-US" sz="1600" dirty="0"/>
              <a:t>assign </a:t>
            </a:r>
            <a:r>
              <a:rPr lang="th-TH" sz="1600" dirty="0"/>
              <a:t>คนรับผิดชอบเข้าใน </a:t>
            </a:r>
            <a:r>
              <a:rPr lang="en-US" sz="1600" dirty="0"/>
              <a:t>subtask </a:t>
            </a:r>
            <a:r>
              <a:rPr lang="th-TH" sz="1600" dirty="0"/>
              <a:t>ได้</a:t>
            </a:r>
            <a:r>
              <a:rPr lang="en-US" sz="1600" dirty="0"/>
              <a:t> </a:t>
            </a:r>
            <a:r>
              <a:rPr lang="th-TH" sz="1600" dirty="0"/>
              <a:t>ซึ่ง </a:t>
            </a:r>
            <a:r>
              <a:rPr lang="en-US" sz="1600" dirty="0"/>
              <a:t>Subtask </a:t>
            </a:r>
            <a:r>
              <a:rPr lang="th-TH" sz="1600" dirty="0"/>
              <a:t>จะต้องไม่มี </a:t>
            </a:r>
            <a:r>
              <a:rPr lang="en-US" sz="1600" dirty="0"/>
              <a:t>Tag </a:t>
            </a:r>
            <a:r>
              <a:rPr lang="th-TH" sz="1600" dirty="0"/>
              <a:t>เนื่องจาก </a:t>
            </a:r>
            <a:r>
              <a:rPr lang="en-US" sz="1600" dirty="0"/>
              <a:t>relate </a:t>
            </a:r>
            <a:r>
              <a:rPr lang="th-TH" sz="1600" dirty="0"/>
              <a:t>กับ </a:t>
            </a:r>
            <a:r>
              <a:rPr lang="en-US" sz="1600" dirty="0"/>
              <a:t>Task </a:t>
            </a:r>
            <a:r>
              <a:rPr lang="th-TH" sz="1600" dirty="0"/>
              <a:t>อยู่แล้ว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6B4BC-ACAB-4162-0C88-9DC7769DFC5E}"/>
              </a:ext>
            </a:extLst>
          </p:cNvPr>
          <p:cNvSpPr txBox="1"/>
          <p:nvPr/>
        </p:nvSpPr>
        <p:spPr>
          <a:xfrm>
            <a:off x="5639917" y="1394691"/>
            <a:ext cx="407547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จะต้องสามารถ </a:t>
            </a:r>
            <a:r>
              <a:rPr lang="en-US" sz="1600" dirty="0"/>
              <a:t>Create ,Edit , Delete tag </a:t>
            </a:r>
            <a:r>
              <a:rPr lang="th-TH" sz="1600" dirty="0"/>
              <a:t>ได้ และ </a:t>
            </a:r>
            <a:r>
              <a:rPr lang="en-US" sz="1600" dirty="0"/>
              <a:t>apply </a:t>
            </a:r>
            <a:r>
              <a:rPr lang="th-TH" sz="1600" dirty="0"/>
              <a:t>กับตัวที่มี </a:t>
            </a:r>
            <a:r>
              <a:rPr lang="en-US" sz="1600" dirty="0"/>
              <a:t>tag </a:t>
            </a:r>
            <a:r>
              <a:rPr lang="th-TH" sz="1600" dirty="0"/>
              <a:t>นี้อยู่ทั้งหมด และสามารถใส่สีใน </a:t>
            </a:r>
            <a:r>
              <a:rPr lang="en-US" sz="1600" dirty="0"/>
              <a:t>tag </a:t>
            </a:r>
            <a:r>
              <a:rPr lang="th-TH" sz="1600" dirty="0"/>
              <a:t>ได้ด้วย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5533D-213A-538E-3F08-DCC6800F059E}"/>
              </a:ext>
            </a:extLst>
          </p:cNvPr>
          <p:cNvSpPr/>
          <p:nvPr/>
        </p:nvSpPr>
        <p:spPr>
          <a:xfrm>
            <a:off x="6844144" y="742952"/>
            <a:ext cx="1847273" cy="651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D25F2-E4E5-FF73-4A1C-8DA3DA54A46F}"/>
              </a:ext>
            </a:extLst>
          </p:cNvPr>
          <p:cNvSpPr/>
          <p:nvPr/>
        </p:nvSpPr>
        <p:spPr>
          <a:xfrm>
            <a:off x="8724051" y="3659335"/>
            <a:ext cx="349411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9E19B-49FF-A717-B63E-19E4FB23EA89}"/>
              </a:ext>
            </a:extLst>
          </p:cNvPr>
          <p:cNvSpPr txBox="1"/>
          <p:nvPr/>
        </p:nvSpPr>
        <p:spPr>
          <a:xfrm>
            <a:off x="7156798" y="4749428"/>
            <a:ext cx="2467969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แก้ไขปุ่มเขียนว่า </a:t>
            </a:r>
            <a:r>
              <a:rPr lang="en-US" sz="1600" dirty="0"/>
              <a:t>“Move to task”</a:t>
            </a:r>
          </a:p>
        </p:txBody>
      </p:sp>
    </p:spTree>
    <p:extLst>
      <p:ext uri="{BB962C8B-B14F-4D97-AF65-F5344CB8AC3E}">
        <p14:creationId xmlns:p14="http://schemas.microsoft.com/office/powerpoint/2010/main" val="2059955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1B562D-1C79-B0C2-92F4-6D6AD8E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48113-0F59-DECB-F246-0102A6D1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011"/>
            <a:ext cx="12192000" cy="5717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68FCA3-3D07-882A-9824-62F1C2EA0CCB}"/>
              </a:ext>
            </a:extLst>
          </p:cNvPr>
          <p:cNvSpPr txBox="1"/>
          <p:nvPr/>
        </p:nvSpPr>
        <p:spPr>
          <a:xfrm>
            <a:off x="128977" y="3924938"/>
            <a:ext cx="1511564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 </a:t>
            </a:r>
            <a:r>
              <a:rPr lang="en-US" sz="1600" dirty="0"/>
              <a:t>My Tasks</a:t>
            </a:r>
            <a:endParaRPr lang="th-TH" sz="1600" dirty="0"/>
          </a:p>
          <a:p>
            <a:r>
              <a:rPr lang="en-US" sz="1600" dirty="0"/>
              <a:t>Gannt 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584F4-9F66-C404-236B-6687C39206FF}"/>
              </a:ext>
            </a:extLst>
          </p:cNvPr>
          <p:cNvSpPr/>
          <p:nvPr/>
        </p:nvSpPr>
        <p:spPr>
          <a:xfrm>
            <a:off x="1856509" y="1819563"/>
            <a:ext cx="10012218" cy="1773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67FB2-B82D-8C9D-E8EC-DBA494BC5221}"/>
              </a:ext>
            </a:extLst>
          </p:cNvPr>
          <p:cNvSpPr txBox="1"/>
          <p:nvPr/>
        </p:nvSpPr>
        <p:spPr>
          <a:xfrm>
            <a:off x="7854817" y="1943738"/>
            <a:ext cx="3792237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Time Remaining </a:t>
            </a:r>
            <a:r>
              <a:rPr lang="th-TH" sz="1600" dirty="0"/>
              <a:t>ไม่ต้องหมุนๆ</a:t>
            </a:r>
          </a:p>
          <a:p>
            <a:r>
              <a:rPr lang="th-TH" sz="1600" dirty="0"/>
              <a:t>ช่องสี่เหลี่ยมทั้งหมดทุกช่อง ขอให้จัดเรียงให้เหลือแค่ </a:t>
            </a:r>
            <a:r>
              <a:rPr lang="en-US" sz="1600" dirty="0"/>
              <a:t>1 </a:t>
            </a:r>
            <a:r>
              <a:rPr lang="th-TH" sz="1600" dirty="0"/>
              <a:t>บรรทัดพอ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B9BCA-D141-9534-6C39-442047F4844E}"/>
              </a:ext>
            </a:extLst>
          </p:cNvPr>
          <p:cNvSpPr/>
          <p:nvPr/>
        </p:nvSpPr>
        <p:spPr>
          <a:xfrm>
            <a:off x="1948872" y="4937847"/>
            <a:ext cx="166254" cy="834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93302-DCED-4332-2C29-22A283474555}"/>
              </a:ext>
            </a:extLst>
          </p:cNvPr>
          <p:cNvSpPr txBox="1"/>
          <p:nvPr/>
        </p:nvSpPr>
        <p:spPr>
          <a:xfrm>
            <a:off x="2611987" y="3604368"/>
            <a:ext cx="882127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ขีดสีด้านหน้า จะต้องแสดงให้ตรง ตามสถานะของ </a:t>
            </a:r>
            <a:r>
              <a:rPr lang="en-US" dirty="0"/>
              <a:t>Project  Active, Delay , Complete, Hold, Cancelled</a:t>
            </a:r>
            <a:endParaRPr lang="th-TH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347F3B-0488-0E67-BEA2-F3570956A1FA}"/>
              </a:ext>
            </a:extLst>
          </p:cNvPr>
          <p:cNvCxnSpPr>
            <a:cxnSpLocks/>
          </p:cNvCxnSpPr>
          <p:nvPr/>
        </p:nvCxnSpPr>
        <p:spPr>
          <a:xfrm flipH="1">
            <a:off x="2141946" y="3925454"/>
            <a:ext cx="638199" cy="905164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A80CE8-9F07-3366-0EB6-04D39F421984}"/>
              </a:ext>
            </a:extLst>
          </p:cNvPr>
          <p:cNvSpPr txBox="1"/>
          <p:nvPr/>
        </p:nvSpPr>
        <p:spPr>
          <a:xfrm>
            <a:off x="3776784" y="4054827"/>
            <a:ext cx="8091944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Gannt chart </a:t>
            </a:r>
            <a:r>
              <a:rPr lang="th-TH" dirty="0"/>
              <a:t>การปรับวันที่เริ่มต้นสิ้นสุดของ </a:t>
            </a:r>
            <a:r>
              <a:rPr lang="en-US" dirty="0"/>
              <a:t>task </a:t>
            </a:r>
            <a:r>
              <a:rPr lang="th-TH" dirty="0"/>
              <a:t>จะต้องให้สามารถขยับที่ </a:t>
            </a:r>
            <a:r>
              <a:rPr lang="en-US" dirty="0" err="1"/>
              <a:t>gantt</a:t>
            </a:r>
            <a:r>
              <a:rPr lang="en-US" dirty="0"/>
              <a:t> </a:t>
            </a:r>
            <a:r>
              <a:rPr lang="th-TH" dirty="0"/>
              <a:t>ได้ และ </a:t>
            </a:r>
            <a:r>
              <a:rPr lang="en-US" dirty="0"/>
              <a:t>auto </a:t>
            </a:r>
            <a:r>
              <a:rPr lang="th-TH" dirty="0"/>
              <a:t>แก้ไขใน </a:t>
            </a:r>
            <a:r>
              <a:rPr lang="en-US" dirty="0"/>
              <a:t>task </a:t>
            </a:r>
            <a:r>
              <a:rPr lang="th-TH" dirty="0"/>
              <a:t>ให้เลย</a:t>
            </a:r>
            <a:endParaRPr lang="en-US" dirty="0"/>
          </a:p>
          <a:p>
            <a:r>
              <a:rPr lang="th-TH" dirty="0"/>
              <a:t>และมี </a:t>
            </a:r>
            <a:r>
              <a:rPr lang="en-US" dirty="0"/>
              <a:t>revision activity </a:t>
            </a:r>
            <a:r>
              <a:rPr lang="th-TH" dirty="0"/>
              <a:t>ชื่อ </a:t>
            </a:r>
            <a:r>
              <a:rPr lang="en-US" dirty="0"/>
              <a:t>user, </a:t>
            </a:r>
            <a:r>
              <a:rPr lang="th-TH" dirty="0"/>
              <a:t>วันที่ และ เวลา ของการเปลี่ยนแปลงด้วย จะต้องคลิกที่ ชื่อ</a:t>
            </a:r>
            <a:r>
              <a:rPr lang="en-US" dirty="0"/>
              <a:t>Task Name </a:t>
            </a:r>
            <a:r>
              <a:rPr lang="th-TH" dirty="0"/>
              <a:t>และเปิด </a:t>
            </a:r>
            <a:r>
              <a:rPr lang="en-US" dirty="0"/>
              <a:t>task </a:t>
            </a:r>
            <a:r>
              <a:rPr lang="th-TH" dirty="0"/>
              <a:t>ขึ้นมาได้ ซึ่ง เป็นแบบ </a:t>
            </a:r>
            <a:r>
              <a:rPr lang="en-US" dirty="0"/>
              <a:t>Mouse Hover</a:t>
            </a:r>
            <a:r>
              <a:rPr lang="th-TH" dirty="0"/>
              <a:t> </a:t>
            </a:r>
            <a:r>
              <a:rPr lang="en-US" dirty="0"/>
              <a:t>3 last activity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2E8E93-3D4E-AD1E-75A6-8088978E6FA6}"/>
              </a:ext>
            </a:extLst>
          </p:cNvPr>
          <p:cNvCxnSpPr>
            <a:cxnSpLocks/>
          </p:cNvCxnSpPr>
          <p:nvPr/>
        </p:nvCxnSpPr>
        <p:spPr>
          <a:xfrm flipH="1">
            <a:off x="4411363" y="4951368"/>
            <a:ext cx="521409" cy="402853"/>
          </a:xfrm>
          <a:prstGeom prst="straightConnector1">
            <a:avLst/>
          </a:prstGeom>
          <a:ln w="3492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99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F7D76-F01F-6071-8237-A9D50882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FA920-8969-2A27-86BD-92EFB151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184"/>
            <a:ext cx="12192000" cy="58196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04F0E8-5B28-ECDF-3997-17593A8B6B64}"/>
              </a:ext>
            </a:extLst>
          </p:cNvPr>
          <p:cNvSpPr/>
          <p:nvPr/>
        </p:nvSpPr>
        <p:spPr>
          <a:xfrm>
            <a:off x="1770529" y="1311274"/>
            <a:ext cx="2514600" cy="643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F261E-5E59-1C7F-AC8C-55356C152849}"/>
              </a:ext>
            </a:extLst>
          </p:cNvPr>
          <p:cNvSpPr txBox="1"/>
          <p:nvPr/>
        </p:nvSpPr>
        <p:spPr>
          <a:xfrm>
            <a:off x="128977" y="3924938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1600" dirty="0"/>
              <a:t>หน้า</a:t>
            </a:r>
            <a:r>
              <a:rPr lang="en-US" sz="1600" dirty="0"/>
              <a:t>Calendar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07899-EFB7-B042-AA08-E3F2E158611D}"/>
              </a:ext>
            </a:extLst>
          </p:cNvPr>
          <p:cNvSpPr txBox="1"/>
          <p:nvPr/>
        </p:nvSpPr>
        <p:spPr>
          <a:xfrm>
            <a:off x="4028624" y="1293739"/>
            <a:ext cx="1511564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2 </a:t>
            </a:r>
            <a:r>
              <a:rPr lang="th-TH" sz="1600" dirty="0"/>
              <a:t>ช่องนี้ตัดทิ้ง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38E8D6-F67E-AE6D-1A45-D9D2B4686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540" y="907395"/>
            <a:ext cx="3552825" cy="2371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87D334-873A-655A-65C8-94E9D5141BE6}"/>
              </a:ext>
            </a:extLst>
          </p:cNvPr>
          <p:cNvSpPr txBox="1"/>
          <p:nvPr/>
        </p:nvSpPr>
        <p:spPr>
          <a:xfrm>
            <a:off x="4568552" y="3279120"/>
            <a:ext cx="6144272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sz="1600" dirty="0"/>
              <a:t>แสดง </a:t>
            </a:r>
            <a:r>
              <a:rPr lang="en-US" sz="1600" dirty="0"/>
              <a:t>Task </a:t>
            </a:r>
            <a:r>
              <a:rPr lang="th-TH" sz="1600" dirty="0"/>
              <a:t>ของตัวเอง ตาม วันที่ และเวลาที่กำหนดไว้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th-TH" sz="1600" dirty="0"/>
              <a:t>แสดง </a:t>
            </a:r>
            <a:r>
              <a:rPr lang="en-US" sz="1600" dirty="0"/>
              <a:t>Task </a:t>
            </a:r>
            <a:r>
              <a:rPr lang="th-TH" sz="1600" dirty="0"/>
              <a:t>ตามสี ของสถานะของ </a:t>
            </a:r>
            <a:r>
              <a:rPr lang="en-US" sz="1600" dirty="0"/>
              <a:t>Task </a:t>
            </a:r>
            <a:r>
              <a:rPr lang="th-TH" sz="1600" dirty="0"/>
              <a:t>นั้นๆ</a:t>
            </a:r>
          </a:p>
          <a:p>
            <a:pPr marL="342900" indent="-342900">
              <a:buAutoNum type="arabicPeriod"/>
            </a:pPr>
            <a:r>
              <a:rPr lang="th-TH" sz="1600" dirty="0"/>
              <a:t>มีให้ </a:t>
            </a:r>
            <a:r>
              <a:rPr lang="en-US" sz="1600" dirty="0"/>
              <a:t>Filter </a:t>
            </a:r>
            <a:r>
              <a:rPr lang="th-TH" sz="1600" dirty="0"/>
              <a:t>การแสดงผล ใน</a:t>
            </a:r>
            <a:r>
              <a:rPr lang="en-US" sz="1600" dirty="0"/>
              <a:t> Calendar filter Task Status, Tags, Priority</a:t>
            </a:r>
          </a:p>
          <a:p>
            <a:pPr marL="342900" indent="-342900">
              <a:buAutoNum type="arabicPeriod"/>
            </a:pPr>
            <a:r>
              <a:rPr lang="th-TH" sz="1600" dirty="0"/>
              <a:t>เมื่อมีการ </a:t>
            </a:r>
            <a:r>
              <a:rPr lang="en-US" sz="1600" dirty="0"/>
              <a:t>Assign </a:t>
            </a:r>
            <a:r>
              <a:rPr lang="th-TH" sz="1600" dirty="0"/>
              <a:t>งาน หรือ ปรับแก้ </a:t>
            </a:r>
            <a:r>
              <a:rPr lang="en-US" sz="1600" dirty="0"/>
              <a:t>status </a:t>
            </a:r>
            <a:r>
              <a:rPr lang="th-TH" sz="1600" dirty="0"/>
              <a:t>ของ </a:t>
            </a:r>
            <a:r>
              <a:rPr lang="en-US" sz="1600" dirty="0"/>
              <a:t>Task </a:t>
            </a:r>
            <a:r>
              <a:rPr lang="th-TH" sz="1600" dirty="0"/>
              <a:t>ที่เกี่ยวข้องกับเรา  ควรจะมีการยิง </a:t>
            </a:r>
            <a:r>
              <a:rPr lang="en-US" sz="1600" dirty="0"/>
              <a:t>calendar email </a:t>
            </a:r>
            <a:r>
              <a:rPr lang="th-TH" sz="1600" dirty="0"/>
              <a:t>(ถ้าทำได้ ยิงเข้า </a:t>
            </a:r>
            <a:r>
              <a:rPr lang="en-US" sz="1600" dirty="0"/>
              <a:t>Zimbra)</a:t>
            </a:r>
          </a:p>
        </p:txBody>
      </p:sp>
    </p:spTree>
    <p:extLst>
      <p:ext uri="{BB962C8B-B14F-4D97-AF65-F5344CB8AC3E}">
        <p14:creationId xmlns:p14="http://schemas.microsoft.com/office/powerpoint/2010/main" val="380140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E9F38-0151-EEAB-6E1D-94746C22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C5E9A-086D-FFC4-8D56-2F4181D63631}"/>
              </a:ext>
            </a:extLst>
          </p:cNvPr>
          <p:cNvSpPr txBox="1"/>
          <p:nvPr/>
        </p:nvSpPr>
        <p:spPr>
          <a:xfrm>
            <a:off x="2466327" y="1219411"/>
            <a:ext cx="8469528" cy="440120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sz="2800" dirty="0"/>
              <a:t>สำหรับงานที่ไม่ใช่ </a:t>
            </a:r>
            <a:r>
              <a:rPr lang="en-US" sz="2800" dirty="0"/>
              <a:t>Project </a:t>
            </a:r>
            <a:r>
              <a:rPr lang="th-TH" sz="2800" dirty="0"/>
              <a:t>เป็นงานย่อยของน้องๆ ควรจะมีให้กรอกในระบบนี้ด้วย</a:t>
            </a:r>
          </a:p>
          <a:p>
            <a:r>
              <a:rPr lang="th-TH" sz="2800" dirty="0"/>
              <a:t>ซึ่ง ต้องแยกประเภท </a:t>
            </a:r>
            <a:r>
              <a:rPr lang="en-US" sz="2800" dirty="0"/>
              <a:t>Project </a:t>
            </a:r>
            <a:r>
              <a:rPr lang="th-TH" sz="2800" dirty="0"/>
              <a:t>เป็นที่ต้อง </a:t>
            </a:r>
            <a:r>
              <a:rPr lang="en-US" sz="2800" dirty="0"/>
              <a:t>report </a:t>
            </a:r>
            <a:r>
              <a:rPr lang="th-TH" sz="2800" dirty="0"/>
              <a:t>ผบห. มีการคำนวณเปอร์เซ็นต์ แยก </a:t>
            </a:r>
            <a:r>
              <a:rPr lang="en-US" sz="2800" dirty="0"/>
              <a:t> </a:t>
            </a:r>
            <a:r>
              <a:rPr lang="th-TH" sz="2800" dirty="0"/>
              <a:t>และ แยกส่วนงานย่อยๆเป็น </a:t>
            </a:r>
            <a:r>
              <a:rPr lang="en-US" sz="2800" dirty="0"/>
              <a:t>internal project</a:t>
            </a:r>
            <a:endParaRPr lang="th-TH" sz="2800" dirty="0"/>
          </a:p>
          <a:p>
            <a:endParaRPr lang="en-US" sz="2800" dirty="0"/>
          </a:p>
          <a:p>
            <a:r>
              <a:rPr lang="th-TH" sz="2800" dirty="0"/>
              <a:t>ซึ่งจะต้องให้</a:t>
            </a:r>
            <a:r>
              <a:rPr lang="en-US" sz="2800" dirty="0"/>
              <a:t> Manager </a:t>
            </a:r>
            <a:r>
              <a:rPr lang="th-TH" sz="2800" dirty="0"/>
              <a:t>สร้าง และค่อยทำการ </a:t>
            </a:r>
            <a:r>
              <a:rPr lang="en-US" sz="2800" dirty="0"/>
              <a:t>tag user</a:t>
            </a:r>
            <a:r>
              <a:rPr lang="th-TH" sz="2800" dirty="0"/>
              <a:t> </a:t>
            </a:r>
            <a:r>
              <a:rPr lang="en-US" sz="2800" dirty="0"/>
              <a:t>member </a:t>
            </a:r>
            <a:r>
              <a:rPr lang="th-TH" sz="2800" dirty="0"/>
              <a:t>เข้ากลุ่มใน </a:t>
            </a:r>
            <a:r>
              <a:rPr lang="en-US" sz="2800" dirty="0"/>
              <a:t>project  </a:t>
            </a:r>
            <a:r>
              <a:rPr lang="th-TH" sz="2800" dirty="0"/>
              <a:t>สามารถสร้าง </a:t>
            </a:r>
            <a:r>
              <a:rPr lang="en-US" sz="2800" dirty="0"/>
              <a:t>internal project</a:t>
            </a:r>
            <a:r>
              <a:rPr lang="th-TH" sz="2800" dirty="0"/>
              <a:t> ได้เอง</a:t>
            </a:r>
            <a:r>
              <a:rPr lang="en-US" sz="2800" dirty="0"/>
              <a:t> </a:t>
            </a:r>
            <a:r>
              <a:rPr lang="th-TH" sz="2800" dirty="0"/>
              <a:t>และ </a:t>
            </a:r>
            <a:r>
              <a:rPr lang="en-US" sz="2800" dirty="0"/>
              <a:t>member</a:t>
            </a:r>
            <a:r>
              <a:rPr lang="th-TH" sz="2800" dirty="0"/>
              <a:t> สามารถสร้าง </a:t>
            </a:r>
            <a:r>
              <a:rPr lang="en-US" sz="2800" dirty="0"/>
              <a:t>Task </a:t>
            </a:r>
            <a:r>
              <a:rPr lang="th-TH" sz="2800" dirty="0"/>
              <a:t>ได้ เป็นการ </a:t>
            </a:r>
            <a:r>
              <a:rPr lang="en-US" sz="2800" dirty="0"/>
              <a:t>tracking </a:t>
            </a:r>
            <a:r>
              <a:rPr lang="th-TH" sz="2800" dirty="0"/>
              <a:t>งานภายใน</a:t>
            </a:r>
          </a:p>
          <a:p>
            <a:endParaRPr lang="th-TH" sz="2800" dirty="0"/>
          </a:p>
          <a:p>
            <a:r>
              <a:rPr lang="th-TH" sz="2800" dirty="0"/>
              <a:t>ตัว </a:t>
            </a:r>
            <a:r>
              <a:rPr lang="en-US" sz="2800" dirty="0"/>
              <a:t>app </a:t>
            </a:r>
            <a:r>
              <a:rPr lang="th-TH" sz="2800" dirty="0"/>
              <a:t>แก้ไขให้เป็น </a:t>
            </a:r>
            <a:r>
              <a:rPr lang="en-US" sz="2800" dirty="0"/>
              <a:t>responsive web </a:t>
            </a:r>
            <a:r>
              <a:rPr lang="th-TH" sz="2800" dirty="0"/>
              <a:t>ใช้งานได้ทั้งใน </a:t>
            </a:r>
            <a:r>
              <a:rPr lang="en-US" sz="2800" dirty="0"/>
              <a:t>pc notebook tablet </a:t>
            </a:r>
            <a:r>
              <a:rPr lang="en-US" sz="2800" dirty="0" err="1"/>
              <a:t>ipad</a:t>
            </a:r>
            <a:r>
              <a:rPr lang="en-US" sz="2800" dirty="0"/>
              <a:t> 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4ED951C-C7A1-5C1C-7DD3-DA7F27704A9B}"/>
              </a:ext>
            </a:extLst>
          </p:cNvPr>
          <p:cNvSpPr/>
          <p:nvPr/>
        </p:nvSpPr>
        <p:spPr>
          <a:xfrm>
            <a:off x="498763" y="591127"/>
            <a:ext cx="1754909" cy="19396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9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3767</TotalTime>
  <Words>1003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Ohm Adinun Sena</dc:creator>
  <cp:lastModifiedBy>Ohm Adinun Sena</cp:lastModifiedBy>
  <cp:revision>3</cp:revision>
  <dcterms:created xsi:type="dcterms:W3CDTF">2026-01-27T08:24:20Z</dcterms:created>
  <dcterms:modified xsi:type="dcterms:W3CDTF">2026-03-31T04:23:40Z</dcterms:modified>
</cp:coreProperties>
</file>